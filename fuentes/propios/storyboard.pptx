
<file path=[Content_Types].xml><?xml version="1.0" encoding="utf-8"?>
<Types xmlns="http://schemas.openxmlformats.org/package/2006/content-types">
  <Default ContentType="application/vnd.openxmlformats-officedocument.spreadsheetml.sheet" Extension="xlsx"/>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drawingml.chart+xml" PartName="/ppt/charts/chart1.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6858000" cx="12192000"/>
  <p:notesSz cx="6858000" cy="9144000"/>
  <p:embeddedFontLst>
    <p:embeddedFont>
      <p:font typeface="Play"/>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7" roundtripDataSignature="AMtx7mjKvPzEjlc9dQkehFgQGFVg8pZs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77D5902-7C79-452C-ACDE-DEA8586F591A}">
  <a:tblStyle styleId="{677D5902-7C79-452C-ACDE-DEA8586F591A}"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Play-bold.fntdata"/><Relationship Id="rId25" Type="http://schemas.openxmlformats.org/officeDocument/2006/relationships/font" Target="fonts/Play-regular.fntdata"/><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a:lstStyle/>
          <a:p>
            <a:pPr>
              <a:defRPr sz="1400" b="0" i="0" u="none" strike="noStrike">
                <a:solidFill>
                  <a:srgbClr val="1F3A2B"/>
                </a:solidFill>
                <a:latin typeface="+mn-lt"/>
              </a:defRPr>
            </a:pPr>
            <a:r>
              <a:rPr lang="en-US" sz="1400" b="0" i="0" u="none" strike="noStrike" dirty="0" err="1">
                <a:solidFill>
                  <a:srgbClr val="1F3A2B"/>
                </a:solidFill>
                <a:latin typeface="Times New Roman" panose="02020603050405020304" pitchFamily="18" charset="0"/>
                <a:cs typeface="Times New Roman" panose="02020603050405020304" pitchFamily="18" charset="0"/>
              </a:rPr>
              <a:t>Temperatura</a:t>
            </a:r>
            <a:r>
              <a:rPr lang="en-US" sz="1400" b="0" i="0" u="none" strike="noStrike" dirty="0">
                <a:solidFill>
                  <a:srgbClr val="1F3A2B"/>
                </a:solidFill>
                <a:latin typeface="Times New Roman" panose="02020603050405020304" pitchFamily="18" charset="0"/>
                <a:cs typeface="Times New Roman" panose="02020603050405020304" pitchFamily="18" charset="0"/>
              </a:rPr>
              <a:t> </a:t>
            </a:r>
            <a:r>
              <a:rPr lang="en-US" sz="1400" b="0" i="0" u="none" strike="noStrike" dirty="0" err="1">
                <a:solidFill>
                  <a:srgbClr val="1F3A2B"/>
                </a:solidFill>
                <a:latin typeface="Times New Roman" panose="02020603050405020304" pitchFamily="18" charset="0"/>
                <a:cs typeface="Times New Roman" panose="02020603050405020304" pitchFamily="18" charset="0"/>
              </a:rPr>
              <a:t>dentro</a:t>
            </a:r>
            <a:r>
              <a:rPr lang="en-US" sz="1400" b="0" i="0" u="none" strike="noStrike" dirty="0">
                <a:solidFill>
                  <a:srgbClr val="1F3A2B"/>
                </a:solidFill>
                <a:latin typeface="Times New Roman" panose="02020603050405020304" pitchFamily="18" charset="0"/>
                <a:cs typeface="Times New Roman" panose="02020603050405020304" pitchFamily="18" charset="0"/>
              </a:rPr>
              <a:t> y fuera del morichal (</a:t>
            </a:r>
            <a:r>
              <a:rPr lang="en-US" sz="1400" b="0" i="0" u="none" strike="noStrike" dirty="0" err="1">
                <a:solidFill>
                  <a:srgbClr val="1F3A2B"/>
                </a:solidFill>
                <a:latin typeface="Times New Roman" panose="02020603050405020304" pitchFamily="18" charset="0"/>
                <a:cs typeface="Times New Roman" panose="02020603050405020304" pitchFamily="18" charset="0"/>
              </a:rPr>
              <a:t>simulación</a:t>
            </a:r>
            <a:r>
              <a:rPr lang="en-US" sz="1400" b="0" i="0" u="none" strike="noStrike" dirty="0">
                <a:solidFill>
                  <a:srgbClr val="1F3A2B"/>
                </a:solidFill>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c:rich>
      </c:tx>
      <c:overlay val="0"/>
    </c:title>
    <c:autoTitleDeleted val="0"/>
    <c:plotArea>
      <c:layout/>
      <c:lineChart>
        <c:grouping val="standard"/>
        <c:varyColors val="0"/>
        <c:ser>
          <c:idx val="0"/>
          <c:order val="0"/>
          <c:tx>
            <c:strRef>
              <c:f>Sheet1!$B$1</c:f>
              <c:strCache>
                <c:ptCount val="1"/>
                <c:pt idx="0">
                  <c:v>Afuera</c:v>
                </c:pt>
              </c:strCache>
            </c:strRef>
          </c:tx>
          <c:spPr>
            <a:prstGeom prst="rect">
              <a:avLst/>
            </a:prstGeom>
            <a:ln w="38100" cap="flat">
              <a:solidFill>
                <a:srgbClr val="C7683A"/>
              </a:solidFill>
              <a:prstDash val="solid"/>
              <a:round/>
            </a:ln>
            <a:effectLst/>
          </c:spPr>
          <c:marker>
            <c:symbol val="circle"/>
            <c:size val="7"/>
            <c:spPr>
              <a:prstGeom prst="rect">
                <a:avLst/>
              </a:prstGeom>
              <a:solidFill>
                <a:srgbClr val="C7683A"/>
              </a:solidFill>
              <a:ln w="9525" cap="flat">
                <a:solidFill>
                  <a:srgbClr val="C7683A"/>
                </a:solidFill>
                <a:prstDash val="solid"/>
                <a:round/>
              </a:ln>
              <a:effectLst/>
            </c:spPr>
          </c:marker>
          <c:cat>
            <c:strRef>
              <c:f>Sheet1!$A$2:$A$8</c:f>
              <c:strCache>
                <c:ptCount val="7"/>
                <c:pt idx="0">
                  <c:v>6 a. m.</c:v>
                </c:pt>
                <c:pt idx="1">
                  <c:v>8 a. m.</c:v>
                </c:pt>
                <c:pt idx="2">
                  <c:v>10 a. m.</c:v>
                </c:pt>
                <c:pt idx="3">
                  <c:v>12 m.</c:v>
                </c:pt>
                <c:pt idx="4">
                  <c:v>2 p. m.</c:v>
                </c:pt>
                <c:pt idx="5">
                  <c:v>4 p. m.</c:v>
                </c:pt>
                <c:pt idx="6">
                  <c:v>6 p. m.</c:v>
                </c:pt>
              </c:strCache>
            </c:strRef>
          </c:cat>
          <c:val>
            <c:numRef>
              <c:f>Sheet1!$B$2:$B$8</c:f>
              <c:numCache>
                <c:formatCode>General</c:formatCode>
                <c:ptCount val="7"/>
                <c:pt idx="0">
                  <c:v>22</c:v>
                </c:pt>
                <c:pt idx="1">
                  <c:v>25</c:v>
                </c:pt>
                <c:pt idx="2">
                  <c:v>29</c:v>
                </c:pt>
                <c:pt idx="3">
                  <c:v>32</c:v>
                </c:pt>
                <c:pt idx="4">
                  <c:v>34</c:v>
                </c:pt>
                <c:pt idx="5">
                  <c:v>33</c:v>
                </c:pt>
                <c:pt idx="6">
                  <c:v>30</c:v>
                </c:pt>
              </c:numCache>
            </c:numRef>
          </c:val>
          <c:smooth val="0"/>
          <c:extLst>
            <c:ext xmlns:c16="http://schemas.microsoft.com/office/drawing/2014/chart" uri="{C3380CC4-5D6E-409C-BE32-E72D297353CC}">
              <c16:uniqueId val="{00000000-2298-4FC9-9211-DC23C1E9BB61}"/>
            </c:ext>
          </c:extLst>
        </c:ser>
        <c:ser>
          <c:idx val="1"/>
          <c:order val="1"/>
          <c:tx>
            <c:strRef>
              <c:f>Sheet1!$C$1</c:f>
              <c:strCache>
                <c:ptCount val="1"/>
                <c:pt idx="0">
                  <c:v>Dentro del morichal</c:v>
                </c:pt>
              </c:strCache>
            </c:strRef>
          </c:tx>
          <c:spPr>
            <a:prstGeom prst="rect">
              <a:avLst/>
            </a:prstGeom>
            <a:ln w="38100" cap="flat">
              <a:solidFill>
                <a:srgbClr val="2F6A68"/>
              </a:solidFill>
              <a:prstDash val="solid"/>
              <a:round/>
            </a:ln>
            <a:effectLst/>
          </c:spPr>
          <c:marker>
            <c:symbol val="circle"/>
            <c:size val="7"/>
            <c:spPr>
              <a:prstGeom prst="rect">
                <a:avLst/>
              </a:prstGeom>
              <a:solidFill>
                <a:srgbClr val="2F6A68"/>
              </a:solidFill>
              <a:ln w="9525" cap="flat">
                <a:solidFill>
                  <a:srgbClr val="2F6A68"/>
                </a:solidFill>
                <a:prstDash val="solid"/>
                <a:round/>
              </a:ln>
              <a:effectLst/>
            </c:spPr>
          </c:marker>
          <c:cat>
            <c:strRef>
              <c:f>Sheet1!$A$2:$A$8</c:f>
              <c:strCache>
                <c:ptCount val="7"/>
                <c:pt idx="0">
                  <c:v>6 a. m.</c:v>
                </c:pt>
                <c:pt idx="1">
                  <c:v>8 a. m.</c:v>
                </c:pt>
                <c:pt idx="2">
                  <c:v>10 a. m.</c:v>
                </c:pt>
                <c:pt idx="3">
                  <c:v>12 m.</c:v>
                </c:pt>
                <c:pt idx="4">
                  <c:v>2 p. m.</c:v>
                </c:pt>
                <c:pt idx="5">
                  <c:v>4 p. m.</c:v>
                </c:pt>
                <c:pt idx="6">
                  <c:v>6 p. m.</c:v>
                </c:pt>
              </c:strCache>
            </c:strRef>
          </c:cat>
          <c:val>
            <c:numRef>
              <c:f>Sheet1!$C$2:$C$8</c:f>
              <c:numCache>
                <c:formatCode>General</c:formatCode>
                <c:ptCount val="7"/>
                <c:pt idx="0">
                  <c:v>21.5</c:v>
                </c:pt>
                <c:pt idx="1">
                  <c:v>23</c:v>
                </c:pt>
                <c:pt idx="2">
                  <c:v>25</c:v>
                </c:pt>
                <c:pt idx="3">
                  <c:v>26.5</c:v>
                </c:pt>
                <c:pt idx="4">
                  <c:v>27.5</c:v>
                </c:pt>
                <c:pt idx="5">
                  <c:v>27</c:v>
                </c:pt>
                <c:pt idx="6">
                  <c:v>25.5</c:v>
                </c:pt>
              </c:numCache>
            </c:numRef>
          </c:val>
          <c:smooth val="0"/>
          <c:extLst>
            <c:ext xmlns:c16="http://schemas.microsoft.com/office/drawing/2014/chart" uri="{C3380CC4-5D6E-409C-BE32-E72D297353CC}">
              <c16:uniqueId val="{00000001-2298-4FC9-9211-DC23C1E9BB61}"/>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prstGeom prst="rect">
            <a:avLst/>
          </a:prstGeom>
          <a:ln w="12700" cap="flat">
            <a:solidFill>
              <a:srgbClr val="888888"/>
            </a:solidFill>
            <a:prstDash val="solid"/>
            <a:round/>
          </a:ln>
        </c:spPr>
        <c:txPr>
          <a:bodyPr/>
          <a:lstStyle/>
          <a:p>
            <a:pPr>
              <a:defRPr sz="1100" b="0" i="0" u="none" strike="noStrike">
                <a:solidFill>
                  <a:srgbClr val="4D5A53"/>
                </a:solidFill>
                <a:latin typeface="Times New Roman" panose="02020603050405020304" pitchFamily="18" charset="0"/>
                <a:cs typeface="Times New Roman" panose="02020603050405020304" pitchFamily="18" charset="0"/>
              </a:defRPr>
            </a:pPr>
            <a:endParaRPr lang="en-US"/>
          </a:p>
        </c:txPr>
        <c:crossAx val="2094734552"/>
        <c:crosses val="autoZero"/>
        <c:auto val="1"/>
        <c:lblAlgn val="ctr"/>
        <c:lblOffset val="100"/>
        <c:noMultiLvlLbl val="1"/>
      </c:catAx>
      <c:valAx>
        <c:axId val="2094734552"/>
        <c:scaling>
          <c:orientation val="minMax"/>
          <c:max val="36"/>
          <c:min val="18"/>
        </c:scaling>
        <c:delete val="0"/>
        <c:axPos val="l"/>
        <c:majorGridlines>
          <c:spPr>
            <a:prstGeom prst="rect">
              <a:avLst/>
            </a:prstGeom>
            <a:ln w="9525" cap="flat">
              <a:solidFill>
                <a:srgbClr val="E4E1D6"/>
              </a:solidFill>
              <a:prstDash val="solid"/>
              <a:round/>
            </a:ln>
          </c:spPr>
        </c:majorGridlines>
        <c:title>
          <c:tx>
            <c:rich>
              <a:bodyPr/>
              <a:lstStyle/>
              <a:p>
                <a:pPr>
                  <a:defRPr sz="1100" b="0" i="0" u="none" strike="noStrike">
                    <a:solidFill>
                      <a:srgbClr val="000000"/>
                    </a:solidFill>
                    <a:latin typeface="Times New Roman" panose="02020603050405020304" pitchFamily="18" charset="0"/>
                    <a:cs typeface="Times New Roman" panose="02020603050405020304" pitchFamily="18" charset="0"/>
                  </a:defRPr>
                </a:pPr>
                <a:r>
                  <a:rPr lang="en-US" sz="1100" b="0" i="0" u="none" strike="noStrike">
                    <a:solidFill>
                      <a:srgbClr val="000000"/>
                    </a:solidFill>
                    <a:latin typeface="Times New Roman" panose="02020603050405020304" pitchFamily="18" charset="0"/>
                    <a:cs typeface="Times New Roman" panose="02020603050405020304" pitchFamily="18" charset="0"/>
                  </a:rPr>
                  <a:t>°C</a:t>
                </a:r>
                <a:endParaRPr lang="en-US">
                  <a:latin typeface="Times New Roman" panose="02020603050405020304" pitchFamily="18" charset="0"/>
                  <a:cs typeface="Times New Roman" panose="02020603050405020304" pitchFamily="18" charset="0"/>
                </a:endParaRPr>
              </a:p>
            </c:rich>
          </c:tx>
          <c:overlay val="0"/>
        </c:title>
        <c:numFmt formatCode="General" sourceLinked="0"/>
        <c:majorTickMark val="out"/>
        <c:minorTickMark val="none"/>
        <c:tickLblPos val="nextTo"/>
        <c:spPr>
          <a:prstGeom prst="rect">
            <a:avLst/>
          </a:prstGeom>
          <a:ln w="12700" cap="flat">
            <a:solidFill>
              <a:srgbClr val="888888"/>
            </a:solidFill>
            <a:prstDash val="solid"/>
            <a:round/>
          </a:ln>
        </c:spPr>
        <c:txPr>
          <a:bodyPr/>
          <a:lstStyle/>
          <a:p>
            <a:pPr>
              <a:defRPr sz="1100" b="0" i="0" u="none" strike="noStrike">
                <a:solidFill>
                  <a:srgbClr val="4D5A53"/>
                </a:solidFill>
                <a:latin typeface="Times New Roman" panose="02020603050405020304" pitchFamily="18" charset="0"/>
                <a:cs typeface="Times New Roman" panose="02020603050405020304" pitchFamily="18" charset="0"/>
              </a:defRPr>
            </a:pPr>
            <a:endParaRPr lang="en-US"/>
          </a:p>
        </c:txPr>
        <c:crossAx val="2094734554"/>
        <c:crosses val="autoZero"/>
        <c:crossBetween val="between"/>
        <c:majorUnit val="2"/>
      </c:valAx>
      <c:spPr>
        <a:prstGeom prst="rect">
          <a:avLst/>
        </a:prstGeom>
        <a:noFill/>
        <a:ln>
          <a:noFill/>
        </a:ln>
        <a:effectLst/>
      </c:spPr>
    </c:plotArea>
    <c:legend>
      <c:legendPos val="b"/>
      <c:overlay val="0"/>
      <c:txPr>
        <a:bodyPr/>
        <a:lstStyle/>
        <a:p>
          <a:pPr>
            <a:defRPr sz="1200">
              <a:solidFill>
                <a:srgbClr val="4D5A53"/>
              </a:solidFill>
              <a:latin typeface="Times New Roman" panose="02020603050405020304" pitchFamily="18" charset="0"/>
              <a:cs typeface="Times New Roman" panose="02020603050405020304" pitchFamily="18" charset="0"/>
            </a:defRPr>
          </a:pPr>
          <a:endParaRPr lang="en-US"/>
        </a:p>
      </c:txPr>
    </c:legend>
    <c:plotVisOnly val="1"/>
    <c:dispBlanksAs val="span"/>
    <c:showDLblsOverMax val="0"/>
  </c:chart>
  <c:spPr>
    <a:xfrm>
      <a:off x="5394960" y="1600200"/>
      <a:ext cx="6217920" cy="4480560"/>
    </a:xfrm>
    <a:prstGeom prst="rect">
      <a:avLst/>
    </a:prstGeom>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sz="1200">
                <a:solidFill>
                  <a:schemeClr val="dk1"/>
                </a:solidFill>
                <a:latin typeface="Arial"/>
                <a:ea typeface="Arial"/>
                <a:cs typeface="Arial"/>
                <a:sym typeface="Arial"/>
              </a:rPr>
              <a:t> </a:t>
            </a:r>
            <a:endParaRPr/>
          </a:p>
        </p:txBody>
      </p:sp>
      <p:sp>
        <p:nvSpPr>
          <p:cNvPr id="104" name="Google Shape;10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7" name="Google Shape;127;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8" name="Google Shape;128;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2" name="Google Shape;16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3" name="Google Shape;16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4" name="Google Shape;19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8" name="Google Shape;21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5" name="Google Shape;27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6" name="Google Shape;27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0" name="Google Shape;29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9" name="Google Shape;379;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4" name="Google Shape;464;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7" name="Google Shape;487;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7" name="Google Shape;51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7" name="Shape 27"/>
        <p:cNvGrpSpPr/>
        <p:nvPr/>
      </p:nvGrpSpPr>
      <p:grpSpPr>
        <a:xfrm>
          <a:off x="0" y="0"/>
          <a:ext cx="0" cy="0"/>
          <a:chOff x="0" y="0"/>
          <a:chExt cx="0" cy="0"/>
        </a:xfrm>
      </p:grpSpPr>
      <p:sp>
        <p:nvSpPr>
          <p:cNvPr id="28" name="Google Shape;28;p2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0" name="Google Shape;3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3" name="Shape 33"/>
        <p:cNvGrpSpPr/>
        <p:nvPr/>
      </p:nvGrpSpPr>
      <p:grpSpPr>
        <a:xfrm>
          <a:off x="0" y="0"/>
          <a:ext cx="0" cy="0"/>
          <a:chOff x="0" y="0"/>
          <a:chExt cx="0" cy="0"/>
        </a:xfrm>
      </p:grpSpPr>
      <p:sp>
        <p:nvSpPr>
          <p:cNvPr id="34" name="Google Shape;3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0" name="Shape 40"/>
        <p:cNvGrpSpPr/>
        <p:nvPr/>
      </p:nvGrpSpPr>
      <p:grpSpPr>
        <a:xfrm>
          <a:off x="0" y="0"/>
          <a:ext cx="0" cy="0"/>
          <a:chOff x="0" y="0"/>
          <a:chExt cx="0" cy="0"/>
        </a:xfrm>
      </p:grpSpPr>
      <p:sp>
        <p:nvSpPr>
          <p:cNvPr id="41" name="Google Shape;41;p2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4" name="Shape 54"/>
        <p:cNvGrpSpPr/>
        <p:nvPr/>
      </p:nvGrpSpPr>
      <p:grpSpPr>
        <a:xfrm>
          <a:off x="0" y="0"/>
          <a:ext cx="0" cy="0"/>
          <a:chOff x="0" y="0"/>
          <a:chExt cx="0" cy="0"/>
        </a:xfrm>
      </p:grpSpPr>
      <p:sp>
        <p:nvSpPr>
          <p:cNvPr id="55" name="Google Shape;5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9"/>
          <p:cNvSpPr/>
          <p:nvPr>
            <p:ph idx="2" type="pic"/>
          </p:nvPr>
        </p:nvSpPr>
        <p:spPr>
          <a:xfrm>
            <a:off x="5183188" y="987425"/>
            <a:ext cx="6172200" cy="4873625"/>
          </a:xfrm>
          <a:prstGeom prst="rect">
            <a:avLst/>
          </a:prstGeom>
          <a:noFill/>
          <a:ln>
            <a:noFill/>
          </a:ln>
        </p:spPr>
      </p:sp>
      <p:sp>
        <p:nvSpPr>
          <p:cNvPr id="68" name="Google Shape;68;p2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3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1.png"/><Relationship Id="rId5" Type="http://schemas.openxmlformats.org/officeDocument/2006/relationships/image" Target="../media/image9.png"/><Relationship Id="rId6"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3.png"/><Relationship Id="rId6" Type="http://schemas.openxmlformats.org/officeDocument/2006/relationships/image" Target="../media/image12.png"/><Relationship Id="rId7" Type="http://schemas.openxmlformats.org/officeDocument/2006/relationships/image" Target="../media/image6.png"/><Relationship Id="rId8"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16.png"/><Relationship Id="rId7"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4.png"/><Relationship Id="rId4" Type="http://schemas.openxmlformats.org/officeDocument/2006/relationships/image" Target="../media/image18.png"/><Relationship Id="rId5" Type="http://schemas.openxmlformats.org/officeDocument/2006/relationships/image" Target="../media/image5.png"/><Relationship Id="rId6"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chart" Target="../charts/char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hyperlink" Target="https://www.magnific.com/" TargetMode="External"/><Relationship Id="rId4" Type="http://schemas.openxmlformats.org/officeDocument/2006/relationships/hyperlink" Target="https://www.flaticon.co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
          <p:cNvSpPr txBox="1"/>
          <p:nvPr/>
        </p:nvSpPr>
        <p:spPr>
          <a:xfrm>
            <a:off x="572653" y="1507491"/>
            <a:ext cx="6825600" cy="19395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i="0" lang="en-US" sz="4000" u="none" cap="none" strike="noStrike">
                <a:solidFill>
                  <a:schemeClr val="dk1"/>
                </a:solidFill>
                <a:latin typeface="Times New Roman"/>
                <a:ea typeface="Times New Roman"/>
                <a:cs typeface="Times New Roman"/>
                <a:sym typeface="Times New Roman"/>
              </a:rPr>
              <a:t>Título: No veo muy bien, pero huelo todo. Y este año mi morichal huele distinto</a:t>
            </a:r>
            <a:endParaRPr b="1" sz="1800">
              <a:solidFill>
                <a:schemeClr val="dk1"/>
              </a:solidFill>
              <a:latin typeface="Times New Roman"/>
              <a:ea typeface="Times New Roman"/>
              <a:cs typeface="Times New Roman"/>
              <a:sym typeface="Times New Roman"/>
            </a:endParaRPr>
          </a:p>
        </p:txBody>
      </p:sp>
      <p:sp>
        <p:nvSpPr>
          <p:cNvPr id="89" name="Google Shape;89;p1"/>
          <p:cNvSpPr txBox="1"/>
          <p:nvPr/>
        </p:nvSpPr>
        <p:spPr>
          <a:xfrm>
            <a:off x="572651" y="1138159"/>
            <a:ext cx="5181603"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chemeClr val="dk1"/>
                </a:solidFill>
                <a:latin typeface="Times New Roman"/>
                <a:ea typeface="Times New Roman"/>
                <a:cs typeface="Times New Roman"/>
                <a:sym typeface="Times New Roman"/>
              </a:rPr>
              <a:t>Vereda Cola de Pato</a:t>
            </a:r>
            <a:r>
              <a:rPr lang="en-US" sz="1600">
                <a:solidFill>
                  <a:schemeClr val="dk1"/>
                </a:solidFill>
                <a:latin typeface="Times New Roman"/>
                <a:ea typeface="Times New Roman"/>
                <a:cs typeface="Times New Roman"/>
                <a:sym typeface="Times New Roman"/>
              </a:rPr>
              <a:t>, </a:t>
            </a:r>
            <a:r>
              <a:rPr b="1" lang="en-US" sz="1600">
                <a:solidFill>
                  <a:schemeClr val="dk1"/>
                </a:solidFill>
                <a:latin typeface="Times New Roman"/>
                <a:ea typeface="Times New Roman"/>
                <a:cs typeface="Times New Roman"/>
                <a:sym typeface="Times New Roman"/>
              </a:rPr>
              <a:t>Acacias</a:t>
            </a:r>
            <a:r>
              <a:rPr lang="en-US" sz="1600">
                <a:solidFill>
                  <a:schemeClr val="dk1"/>
                </a:solidFill>
                <a:latin typeface="Times New Roman"/>
                <a:ea typeface="Times New Roman"/>
                <a:cs typeface="Times New Roman"/>
                <a:sym typeface="Times New Roman"/>
              </a:rPr>
              <a:t> (</a:t>
            </a:r>
            <a:r>
              <a:rPr b="1" lang="en-US" sz="1600">
                <a:solidFill>
                  <a:schemeClr val="dk1"/>
                </a:solidFill>
                <a:latin typeface="Times New Roman"/>
                <a:ea typeface="Times New Roman"/>
                <a:cs typeface="Times New Roman"/>
                <a:sym typeface="Times New Roman"/>
              </a:rPr>
              <a:t>Meta) </a:t>
            </a:r>
            <a:endParaRPr sz="1600">
              <a:solidFill>
                <a:schemeClr val="dk1"/>
              </a:solidFill>
              <a:latin typeface="Times New Roman"/>
              <a:ea typeface="Times New Roman"/>
              <a:cs typeface="Times New Roman"/>
              <a:sym typeface="Times New Roman"/>
            </a:endParaRPr>
          </a:p>
        </p:txBody>
      </p:sp>
      <p:sp>
        <p:nvSpPr>
          <p:cNvPr id="90" name="Google Shape;90;p1"/>
          <p:cNvSpPr txBox="1"/>
          <p:nvPr/>
        </p:nvSpPr>
        <p:spPr>
          <a:xfrm>
            <a:off x="572652" y="3589922"/>
            <a:ext cx="6460837" cy="1077218"/>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lang="en-US" sz="1600">
                <a:solidFill>
                  <a:schemeClr val="dk1"/>
                </a:solidFill>
                <a:latin typeface="Times New Roman"/>
                <a:ea typeface="Times New Roman"/>
                <a:cs typeface="Times New Roman"/>
                <a:sym typeface="Times New Roman"/>
              </a:rPr>
              <a:t>Introducción: Soy una osa palmera. Vivo en el borde del morichal de la vereda desde mucho antes de que llegaran tantas personas con sus viviencias. Te quiero contar qué le está pasando a mi casa, que también es la tuya, ahora que llegó El Niño.</a:t>
            </a:r>
            <a:endParaRPr sz="1600">
              <a:solidFill>
                <a:schemeClr val="dk1"/>
              </a:solidFill>
              <a:latin typeface="Times New Roman"/>
              <a:ea typeface="Times New Roman"/>
              <a:cs typeface="Times New Roman"/>
              <a:sym typeface="Times New Roman"/>
            </a:endParaRPr>
          </a:p>
        </p:txBody>
      </p:sp>
      <p:sp>
        <p:nvSpPr>
          <p:cNvPr id="91" name="Google Shape;91;p1"/>
          <p:cNvSpPr txBox="1"/>
          <p:nvPr/>
        </p:nvSpPr>
        <p:spPr>
          <a:xfrm>
            <a:off x="133925" y="135124"/>
            <a:ext cx="51816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ESCENA 1 - PRESENTACIÓN INICIAL</a:t>
            </a:r>
            <a:endParaRPr sz="1800">
              <a:solidFill>
                <a:schemeClr val="dk1"/>
              </a:solidFill>
              <a:latin typeface="Times New Roman"/>
              <a:ea typeface="Times New Roman"/>
              <a:cs typeface="Times New Roman"/>
              <a:sym typeface="Times New Roman"/>
            </a:endParaRPr>
          </a:p>
        </p:txBody>
      </p:sp>
      <p:sp>
        <p:nvSpPr>
          <p:cNvPr id="92" name="Google Shape;92;p1"/>
          <p:cNvSpPr txBox="1"/>
          <p:nvPr/>
        </p:nvSpPr>
        <p:spPr>
          <a:xfrm>
            <a:off x="572650" y="4818850"/>
            <a:ext cx="6593700" cy="5850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None/>
            </a:pPr>
            <a:r>
              <a:rPr b="1" lang="en-US" sz="1600">
                <a:solidFill>
                  <a:schemeClr val="dk1"/>
                </a:solidFill>
                <a:latin typeface="Times New Roman"/>
                <a:ea typeface="Times New Roman"/>
                <a:cs typeface="Times New Roman"/>
                <a:sym typeface="Times New Roman"/>
              </a:rPr>
              <a:t>Ubicar 3 botónes: (1) Conocer mi casa; (2) Estado de mi casa; (3) Ser guardian del morichal</a:t>
            </a:r>
            <a:endParaRPr sz="1600">
              <a:solidFill>
                <a:schemeClr val="dk1"/>
              </a:solidFill>
              <a:latin typeface="Times New Roman"/>
              <a:ea typeface="Times New Roman"/>
              <a:cs typeface="Times New Roman"/>
              <a:sym typeface="Times New Roman"/>
            </a:endParaRPr>
          </a:p>
        </p:txBody>
      </p:sp>
      <p:sp>
        <p:nvSpPr>
          <p:cNvPr id="93" name="Google Shape;93;p1"/>
          <p:cNvSpPr/>
          <p:nvPr/>
        </p:nvSpPr>
        <p:spPr>
          <a:xfrm>
            <a:off x="572655" y="5599022"/>
            <a:ext cx="2031900" cy="526500"/>
          </a:xfrm>
          <a:prstGeom prst="roundRect">
            <a:avLst>
              <a:gd fmla="val 16667" name="adj"/>
            </a:avLst>
          </a:prstGeom>
          <a:solidFill>
            <a:schemeClr val="accent2"/>
          </a:solidFill>
          <a:ln cap="flat" cmpd="sng" w="19050">
            <a:solidFill>
              <a:srgbClr val="622F1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94" name="Google Shape;94;p1"/>
          <p:cNvSpPr/>
          <p:nvPr/>
        </p:nvSpPr>
        <p:spPr>
          <a:xfrm>
            <a:off x="2978728" y="5599021"/>
            <a:ext cx="2031900" cy="526500"/>
          </a:xfrm>
          <a:prstGeom prst="roundRect">
            <a:avLst>
              <a:gd fmla="val 16667" name="adj"/>
            </a:avLst>
          </a:prstGeom>
          <a:solidFill>
            <a:srgbClr val="FFFF0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95" name="Google Shape;95;p1"/>
          <p:cNvSpPr/>
          <p:nvPr/>
        </p:nvSpPr>
        <p:spPr>
          <a:xfrm>
            <a:off x="5310910" y="5599020"/>
            <a:ext cx="2031900" cy="526500"/>
          </a:xfrm>
          <a:prstGeom prst="roundRect">
            <a:avLst>
              <a:gd fmla="val 16667" name="adj"/>
            </a:avLst>
          </a:prstGeom>
          <a:solidFill>
            <a:srgbClr val="00B0F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96" name="Google Shape;96;p1"/>
          <p:cNvSpPr txBox="1"/>
          <p:nvPr/>
        </p:nvSpPr>
        <p:spPr>
          <a:xfrm>
            <a:off x="632689" y="5692366"/>
            <a:ext cx="6096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Conocer mi casa</a:t>
            </a:r>
            <a:endParaRPr sz="1800">
              <a:solidFill>
                <a:schemeClr val="dk1"/>
              </a:solidFill>
              <a:latin typeface="Times New Roman"/>
              <a:ea typeface="Times New Roman"/>
              <a:cs typeface="Times New Roman"/>
              <a:sym typeface="Times New Roman"/>
            </a:endParaRPr>
          </a:p>
        </p:txBody>
      </p:sp>
      <p:sp>
        <p:nvSpPr>
          <p:cNvPr id="97" name="Google Shape;97;p1"/>
          <p:cNvSpPr txBox="1"/>
          <p:nvPr/>
        </p:nvSpPr>
        <p:spPr>
          <a:xfrm>
            <a:off x="2978728" y="5692366"/>
            <a:ext cx="60960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Estado de mi casa</a:t>
            </a:r>
            <a:endParaRPr sz="1800">
              <a:solidFill>
                <a:schemeClr val="dk1"/>
              </a:solidFill>
              <a:latin typeface="Times New Roman"/>
              <a:ea typeface="Times New Roman"/>
              <a:cs typeface="Times New Roman"/>
              <a:sym typeface="Times New Roman"/>
            </a:endParaRPr>
          </a:p>
        </p:txBody>
      </p:sp>
      <p:sp>
        <p:nvSpPr>
          <p:cNvPr id="98" name="Google Shape;98;p1"/>
          <p:cNvSpPr txBox="1"/>
          <p:nvPr/>
        </p:nvSpPr>
        <p:spPr>
          <a:xfrm>
            <a:off x="5310910" y="5553866"/>
            <a:ext cx="2059800" cy="646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1800">
                <a:solidFill>
                  <a:schemeClr val="dk1"/>
                </a:solidFill>
                <a:latin typeface="Times New Roman"/>
                <a:ea typeface="Times New Roman"/>
                <a:cs typeface="Times New Roman"/>
                <a:sym typeface="Times New Roman"/>
              </a:rPr>
              <a:t>Ser guardian del morichal</a:t>
            </a:r>
            <a:endParaRPr sz="1800">
              <a:solidFill>
                <a:schemeClr val="dk1"/>
              </a:solidFill>
              <a:latin typeface="Times New Roman"/>
              <a:ea typeface="Times New Roman"/>
              <a:cs typeface="Times New Roman"/>
              <a:sym typeface="Times New Roman"/>
            </a:endParaRPr>
          </a:p>
        </p:txBody>
      </p:sp>
      <p:pic>
        <p:nvPicPr>
          <p:cNvPr id="99" name="Google Shape;99;p1"/>
          <p:cNvPicPr preferRelativeResize="0"/>
          <p:nvPr/>
        </p:nvPicPr>
        <p:blipFill>
          <a:blip r:embed="rId3">
            <a:alphaModFix/>
          </a:blip>
          <a:stretch>
            <a:fillRect/>
          </a:stretch>
        </p:blipFill>
        <p:spPr>
          <a:xfrm>
            <a:off x="7670975" y="2090650"/>
            <a:ext cx="4124925" cy="3744425"/>
          </a:xfrm>
          <a:prstGeom prst="rect">
            <a:avLst/>
          </a:prstGeom>
          <a:noFill/>
          <a:ln>
            <a:noFill/>
          </a:ln>
        </p:spPr>
      </p:pic>
      <p:sp>
        <p:nvSpPr>
          <p:cNvPr id="100" name="Google Shape;100;p1"/>
          <p:cNvSpPr txBox="1"/>
          <p:nvPr/>
        </p:nvSpPr>
        <p:spPr>
          <a:xfrm>
            <a:off x="492652" y="6309225"/>
            <a:ext cx="10992000" cy="1005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i="1" lang="en-US" sz="1500">
                <a:solidFill>
                  <a:schemeClr val="dk1"/>
                </a:solidFill>
                <a:latin typeface="Times New Roman"/>
                <a:ea typeface="Times New Roman"/>
                <a:cs typeface="Times New Roman"/>
                <a:sym typeface="Times New Roman"/>
              </a:rPr>
              <a:t>Botones interactivos desplegables: (1) Conocer mi casa; (2) Estado de mi casa , y (3) Ser guardian del morichal. </a:t>
            </a:r>
            <a:endParaRPr i="1" sz="1500">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
          <p:cNvSpPr txBox="1"/>
          <p:nvPr/>
        </p:nvSpPr>
        <p:spPr>
          <a:xfrm>
            <a:off x="133925" y="135124"/>
            <a:ext cx="51816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ESCENA 2</a:t>
            </a:r>
            <a:endParaRPr sz="1800">
              <a:solidFill>
                <a:schemeClr val="dk1"/>
              </a:solidFill>
              <a:latin typeface="Times New Roman"/>
              <a:ea typeface="Times New Roman"/>
              <a:cs typeface="Times New Roman"/>
              <a:sym typeface="Times New Roman"/>
            </a:endParaRPr>
          </a:p>
        </p:txBody>
      </p:sp>
      <p:sp>
        <p:nvSpPr>
          <p:cNvPr id="107" name="Google Shape;107;p2"/>
          <p:cNvSpPr txBox="1"/>
          <p:nvPr/>
        </p:nvSpPr>
        <p:spPr>
          <a:xfrm>
            <a:off x="205800" y="1196308"/>
            <a:ext cx="52878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Huelo mi casa</a:t>
            </a:r>
            <a:endParaRPr b="1"/>
          </a:p>
        </p:txBody>
      </p:sp>
      <p:sp>
        <p:nvSpPr>
          <p:cNvPr id="108" name="Google Shape;108;p2"/>
          <p:cNvSpPr txBox="1"/>
          <p:nvPr/>
        </p:nvSpPr>
        <p:spPr>
          <a:xfrm>
            <a:off x="7500725" y="1884550"/>
            <a:ext cx="3358800" cy="1005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chemeClr val="dk2"/>
              </a:buClr>
              <a:buSzPts val="1700"/>
              <a:buFont typeface="Times New Roman"/>
              <a:buNone/>
            </a:pPr>
            <a:r>
              <a:rPr b="1" lang="en-US" sz="1500">
                <a:solidFill>
                  <a:schemeClr val="dk2"/>
                </a:solidFill>
                <a:latin typeface="Times New Roman"/>
                <a:ea typeface="Times New Roman"/>
                <a:cs typeface="Times New Roman"/>
                <a:sym typeface="Times New Roman"/>
              </a:rPr>
              <a:t>El morichal guarda el agua</a:t>
            </a:r>
            <a:endParaRPr>
              <a:solidFill>
                <a:schemeClr val="dk2"/>
              </a:solidFill>
              <a:latin typeface="Times New Roman"/>
              <a:ea typeface="Times New Roman"/>
              <a:cs typeface="Times New Roman"/>
              <a:sym typeface="Times New Roman"/>
            </a:endParaRPr>
          </a:p>
          <a:p>
            <a:pPr indent="0" lvl="0" marL="0" marR="0" rtl="0" algn="just">
              <a:spcBef>
                <a:spcPts val="400"/>
              </a:spcBef>
              <a:spcAft>
                <a:spcPts val="0"/>
              </a:spcAft>
              <a:buNone/>
            </a:pPr>
            <a:r>
              <a:rPr i="1" lang="en-US" sz="1300">
                <a:solidFill>
                  <a:srgbClr val="FF0000"/>
                </a:solidFill>
                <a:latin typeface="Times New Roman"/>
                <a:ea typeface="Times New Roman"/>
                <a:cs typeface="Times New Roman"/>
                <a:sym typeface="Times New Roman"/>
              </a:rPr>
              <a:t>El agua de la lluvia y la que sube del suelo se queda en su esponja de raíces y hojas.  Por eso el daño que haces a los árboles, acaba el agua y afecta la vida de todos.</a:t>
            </a:r>
            <a:endParaRPr sz="1200"/>
          </a:p>
        </p:txBody>
      </p:sp>
      <p:sp>
        <p:nvSpPr>
          <p:cNvPr id="109" name="Google Shape;109;p2"/>
          <p:cNvSpPr txBox="1"/>
          <p:nvPr/>
        </p:nvSpPr>
        <p:spPr>
          <a:xfrm>
            <a:off x="7500724" y="3200525"/>
            <a:ext cx="3412800" cy="1005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chemeClr val="dk2"/>
              </a:buClr>
              <a:buSzPts val="1700"/>
              <a:buFont typeface="Times New Roman"/>
              <a:buNone/>
            </a:pPr>
            <a:r>
              <a:rPr b="1" lang="en-US" sz="1500">
                <a:solidFill>
                  <a:schemeClr val="dk2"/>
                </a:solidFill>
                <a:latin typeface="Times New Roman"/>
                <a:ea typeface="Times New Roman"/>
                <a:cs typeface="Times New Roman"/>
                <a:sym typeface="Times New Roman"/>
              </a:rPr>
              <a:t>De aquí sale un caño</a:t>
            </a:r>
            <a:endParaRPr>
              <a:solidFill>
                <a:schemeClr val="dk2"/>
              </a:solidFill>
              <a:latin typeface="Times New Roman"/>
              <a:ea typeface="Times New Roman"/>
              <a:cs typeface="Times New Roman"/>
              <a:sym typeface="Times New Roman"/>
            </a:endParaRPr>
          </a:p>
          <a:p>
            <a:pPr indent="0" lvl="0" marL="0" marR="0" rtl="0" algn="just">
              <a:spcBef>
                <a:spcPts val="400"/>
              </a:spcBef>
              <a:spcAft>
                <a:spcPts val="0"/>
              </a:spcAft>
              <a:buNone/>
            </a:pPr>
            <a:r>
              <a:rPr i="1" lang="en-US" sz="1300">
                <a:solidFill>
                  <a:srgbClr val="FF0000"/>
                </a:solidFill>
                <a:latin typeface="Times New Roman"/>
                <a:ea typeface="Times New Roman"/>
                <a:cs typeface="Times New Roman"/>
                <a:sym typeface="Times New Roman"/>
              </a:rPr>
              <a:t>El terreno baja desde el morichal y el agua sale por un pequeño canal hecho de manera natural en la tierra, unos 240 metros, hasta el caño de la vereda.</a:t>
            </a:r>
            <a:endParaRPr i="1">
              <a:solidFill>
                <a:srgbClr val="FF0000"/>
              </a:solidFill>
              <a:latin typeface="Times New Roman"/>
              <a:ea typeface="Times New Roman"/>
              <a:cs typeface="Times New Roman"/>
              <a:sym typeface="Times New Roman"/>
            </a:endParaRPr>
          </a:p>
        </p:txBody>
      </p:sp>
      <p:sp>
        <p:nvSpPr>
          <p:cNvPr id="110" name="Google Shape;110;p2"/>
          <p:cNvSpPr txBox="1"/>
          <p:nvPr/>
        </p:nvSpPr>
        <p:spPr>
          <a:xfrm>
            <a:off x="7500724" y="4435550"/>
            <a:ext cx="3412800" cy="1005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chemeClr val="dk2"/>
              </a:buClr>
              <a:buSzPts val="1700"/>
              <a:buFont typeface="Times New Roman"/>
              <a:buNone/>
            </a:pPr>
            <a:r>
              <a:rPr b="1" lang="en-US" sz="1500">
                <a:solidFill>
                  <a:schemeClr val="dk2"/>
                </a:solidFill>
                <a:latin typeface="Times New Roman"/>
                <a:ea typeface="Times New Roman"/>
                <a:cs typeface="Times New Roman"/>
                <a:sym typeface="Times New Roman"/>
              </a:rPr>
              <a:t>Lo que cae aquí, viaja</a:t>
            </a:r>
            <a:endParaRPr>
              <a:solidFill>
                <a:schemeClr val="dk2"/>
              </a:solidFill>
              <a:latin typeface="Times New Roman"/>
              <a:ea typeface="Times New Roman"/>
              <a:cs typeface="Times New Roman"/>
              <a:sym typeface="Times New Roman"/>
            </a:endParaRPr>
          </a:p>
          <a:p>
            <a:pPr indent="0" lvl="0" marL="0" marR="0" rtl="0" algn="just">
              <a:spcBef>
                <a:spcPts val="400"/>
              </a:spcBef>
              <a:spcAft>
                <a:spcPts val="0"/>
              </a:spcAft>
              <a:buNone/>
            </a:pPr>
            <a:r>
              <a:rPr i="1" lang="en-US" sz="1300">
                <a:solidFill>
                  <a:srgbClr val="FF0000"/>
                </a:solidFill>
                <a:latin typeface="Times New Roman"/>
                <a:ea typeface="Times New Roman"/>
                <a:cs typeface="Times New Roman"/>
                <a:sym typeface="Times New Roman"/>
              </a:rPr>
              <a:t>Por eso lo que se bota en el morichal no se queda en el morichal: sigue caño abajo.</a:t>
            </a:r>
            <a:endParaRPr sz="1200"/>
          </a:p>
        </p:txBody>
      </p:sp>
      <p:sp>
        <p:nvSpPr>
          <p:cNvPr id="111" name="Google Shape;111;p2"/>
          <p:cNvSpPr/>
          <p:nvPr/>
        </p:nvSpPr>
        <p:spPr>
          <a:xfrm>
            <a:off x="6876474" y="2038224"/>
            <a:ext cx="518700" cy="540300"/>
          </a:xfrm>
          <a:prstGeom prst="ellipse">
            <a:avLst/>
          </a:prstGeom>
          <a:solidFill>
            <a:srgbClr val="0070C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1</a:t>
            </a:r>
            <a:endParaRPr/>
          </a:p>
        </p:txBody>
      </p:sp>
      <p:sp>
        <p:nvSpPr>
          <p:cNvPr id="112" name="Google Shape;112;p2"/>
          <p:cNvSpPr/>
          <p:nvPr/>
        </p:nvSpPr>
        <p:spPr>
          <a:xfrm>
            <a:off x="6876474" y="3433338"/>
            <a:ext cx="518556" cy="540206"/>
          </a:xfrm>
          <a:prstGeom prst="ellipse">
            <a:avLst/>
          </a:prstGeom>
          <a:solidFill>
            <a:srgbClr val="0070C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2</a:t>
            </a:r>
            <a:endParaRPr/>
          </a:p>
        </p:txBody>
      </p:sp>
      <p:sp>
        <p:nvSpPr>
          <p:cNvPr id="113" name="Google Shape;113;p2"/>
          <p:cNvSpPr/>
          <p:nvPr/>
        </p:nvSpPr>
        <p:spPr>
          <a:xfrm>
            <a:off x="6876474" y="4470768"/>
            <a:ext cx="518700" cy="540300"/>
          </a:xfrm>
          <a:prstGeom prst="ellipse">
            <a:avLst/>
          </a:prstGeom>
          <a:solidFill>
            <a:srgbClr val="0070C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3</a:t>
            </a:r>
            <a:endParaRPr/>
          </a:p>
        </p:txBody>
      </p:sp>
      <p:sp>
        <p:nvSpPr>
          <p:cNvPr id="114" name="Google Shape;114;p2"/>
          <p:cNvSpPr txBox="1"/>
          <p:nvPr/>
        </p:nvSpPr>
        <p:spPr>
          <a:xfrm>
            <a:off x="6275650" y="332679"/>
            <a:ext cx="5585100" cy="441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2000"/>
              <a:buFont typeface="Times New Roman"/>
              <a:buNone/>
            </a:pPr>
            <a:r>
              <a:rPr i="1" lang="en-US" sz="2000">
                <a:solidFill>
                  <a:schemeClr val="dk1"/>
                </a:solidFill>
                <a:latin typeface="Times New Roman"/>
                <a:ea typeface="Times New Roman"/>
                <a:cs typeface="Times New Roman"/>
                <a:sym typeface="Times New Roman"/>
              </a:rPr>
              <a:t>"Y hay algo que casi nadie sabe: aquí nace el agua."</a:t>
            </a:r>
            <a:endParaRPr sz="2000">
              <a:solidFill>
                <a:schemeClr val="dk1"/>
              </a:solidFill>
              <a:latin typeface="Times New Roman"/>
              <a:ea typeface="Times New Roman"/>
              <a:cs typeface="Times New Roman"/>
              <a:sym typeface="Times New Roman"/>
            </a:endParaRPr>
          </a:p>
        </p:txBody>
      </p:sp>
      <p:sp>
        <p:nvSpPr>
          <p:cNvPr id="115" name="Google Shape;115;p2"/>
          <p:cNvSpPr/>
          <p:nvPr/>
        </p:nvSpPr>
        <p:spPr>
          <a:xfrm rot="10800000">
            <a:off x="11472620" y="6333443"/>
            <a:ext cx="566057" cy="389433"/>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6" name="Google Shape;116;p2"/>
          <p:cNvSpPr txBox="1"/>
          <p:nvPr/>
        </p:nvSpPr>
        <p:spPr>
          <a:xfrm>
            <a:off x="9177119" y="6420896"/>
            <a:ext cx="4105826" cy="100584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i="1" lang="en-US" sz="1500">
                <a:solidFill>
                  <a:schemeClr val="dk1"/>
                </a:solidFill>
                <a:latin typeface="Times New Roman"/>
                <a:ea typeface="Times New Roman"/>
                <a:cs typeface="Times New Roman"/>
                <a:sym typeface="Times New Roman"/>
              </a:rPr>
              <a:t>Botón</a:t>
            </a:r>
            <a:r>
              <a:rPr i="1" lang="en-US" sz="1500">
                <a:solidFill>
                  <a:schemeClr val="dk1"/>
                </a:solidFill>
                <a:latin typeface="Times New Roman"/>
                <a:ea typeface="Times New Roman"/>
                <a:cs typeface="Times New Roman"/>
                <a:sym typeface="Times New Roman"/>
              </a:rPr>
              <a:t> interactivo para bajar</a:t>
            </a:r>
            <a:endParaRPr i="1" sz="1500">
              <a:solidFill>
                <a:schemeClr val="dk1"/>
              </a:solidFill>
              <a:latin typeface="Times New Roman"/>
              <a:ea typeface="Times New Roman"/>
              <a:cs typeface="Times New Roman"/>
              <a:sym typeface="Times New Roman"/>
            </a:endParaRPr>
          </a:p>
        </p:txBody>
      </p:sp>
      <p:pic>
        <p:nvPicPr>
          <p:cNvPr id="117" name="Google Shape;117;p2"/>
          <p:cNvPicPr preferRelativeResize="0"/>
          <p:nvPr/>
        </p:nvPicPr>
        <p:blipFill>
          <a:blip r:embed="rId3">
            <a:alphaModFix/>
          </a:blip>
          <a:stretch>
            <a:fillRect/>
          </a:stretch>
        </p:blipFill>
        <p:spPr>
          <a:xfrm flipH="1">
            <a:off x="205801" y="2513850"/>
            <a:ext cx="2863074" cy="2836425"/>
          </a:xfrm>
          <a:prstGeom prst="rect">
            <a:avLst/>
          </a:prstGeom>
          <a:noFill/>
          <a:ln>
            <a:noFill/>
          </a:ln>
        </p:spPr>
      </p:pic>
      <p:sp>
        <p:nvSpPr>
          <p:cNvPr id="118" name="Google Shape;118;p2"/>
          <p:cNvSpPr txBox="1"/>
          <p:nvPr/>
        </p:nvSpPr>
        <p:spPr>
          <a:xfrm>
            <a:off x="5799512" y="1752359"/>
            <a:ext cx="1395300" cy="1005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i="1" lang="en-US" sz="1500">
                <a:solidFill>
                  <a:schemeClr val="dk1"/>
                </a:solidFill>
                <a:latin typeface="Times New Roman"/>
                <a:ea typeface="Times New Roman"/>
                <a:cs typeface="Times New Roman"/>
                <a:sym typeface="Times New Roman"/>
              </a:rPr>
              <a:t>Bóton </a:t>
            </a:r>
            <a:r>
              <a:rPr i="1" lang="en-US" sz="1500">
                <a:solidFill>
                  <a:schemeClr val="dk1"/>
                </a:solidFill>
                <a:latin typeface="Times New Roman"/>
                <a:ea typeface="Times New Roman"/>
                <a:cs typeface="Times New Roman"/>
                <a:sym typeface="Times New Roman"/>
              </a:rPr>
              <a:t>interactivo desplegable</a:t>
            </a:r>
            <a:endParaRPr i="1" sz="1500">
              <a:solidFill>
                <a:schemeClr val="dk1"/>
              </a:solidFill>
              <a:latin typeface="Times New Roman"/>
              <a:ea typeface="Times New Roman"/>
              <a:cs typeface="Times New Roman"/>
              <a:sym typeface="Times New Roman"/>
            </a:endParaRPr>
          </a:p>
        </p:txBody>
      </p:sp>
      <p:sp>
        <p:nvSpPr>
          <p:cNvPr id="119" name="Google Shape;119;p2"/>
          <p:cNvSpPr txBox="1"/>
          <p:nvPr/>
        </p:nvSpPr>
        <p:spPr>
          <a:xfrm>
            <a:off x="5768825" y="3129375"/>
            <a:ext cx="1395300" cy="1005900"/>
          </a:xfrm>
          <a:prstGeom prst="rect">
            <a:avLst/>
          </a:prstGeom>
          <a:noFill/>
          <a:ln>
            <a:noFill/>
          </a:ln>
        </p:spPr>
        <p:txBody>
          <a:bodyPr anchorCtr="0" anchor="t" bIns="0" lIns="0" spcFirstLastPara="1" rIns="0" wrap="square" tIns="0">
            <a:noAutofit/>
          </a:bodyPr>
          <a:lstStyle/>
          <a:p>
            <a:pPr indent="0" lvl="0" marL="0" rtl="0" algn="just">
              <a:spcBef>
                <a:spcPts val="0"/>
              </a:spcBef>
              <a:spcAft>
                <a:spcPts val="0"/>
              </a:spcAft>
              <a:buClr>
                <a:schemeClr val="dk1"/>
              </a:buClr>
              <a:buFont typeface="Arial"/>
              <a:buNone/>
            </a:pPr>
            <a:r>
              <a:rPr i="1" lang="en-US" sz="1500">
                <a:solidFill>
                  <a:schemeClr val="dk1"/>
                </a:solidFill>
                <a:latin typeface="Times New Roman"/>
                <a:ea typeface="Times New Roman"/>
                <a:cs typeface="Times New Roman"/>
                <a:sym typeface="Times New Roman"/>
              </a:rPr>
              <a:t>Bóton interactivo desplegable</a:t>
            </a:r>
            <a:endParaRPr i="1" sz="15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i="1" sz="1500">
              <a:solidFill>
                <a:schemeClr val="dk1"/>
              </a:solidFill>
              <a:latin typeface="Times New Roman"/>
              <a:ea typeface="Times New Roman"/>
              <a:cs typeface="Times New Roman"/>
              <a:sym typeface="Times New Roman"/>
            </a:endParaRPr>
          </a:p>
        </p:txBody>
      </p:sp>
      <p:sp>
        <p:nvSpPr>
          <p:cNvPr id="120" name="Google Shape;120;p2"/>
          <p:cNvSpPr txBox="1"/>
          <p:nvPr/>
        </p:nvSpPr>
        <p:spPr>
          <a:xfrm>
            <a:off x="5768825" y="4237975"/>
            <a:ext cx="1395300" cy="1005900"/>
          </a:xfrm>
          <a:prstGeom prst="rect">
            <a:avLst/>
          </a:prstGeom>
          <a:noFill/>
          <a:ln>
            <a:noFill/>
          </a:ln>
        </p:spPr>
        <p:txBody>
          <a:bodyPr anchorCtr="0" anchor="t" bIns="0" lIns="0" spcFirstLastPara="1" rIns="0" wrap="square" tIns="0">
            <a:noAutofit/>
          </a:bodyPr>
          <a:lstStyle/>
          <a:p>
            <a:pPr indent="0" lvl="0" marL="0" rtl="0" algn="just">
              <a:spcBef>
                <a:spcPts val="0"/>
              </a:spcBef>
              <a:spcAft>
                <a:spcPts val="0"/>
              </a:spcAft>
              <a:buClr>
                <a:schemeClr val="dk1"/>
              </a:buClr>
              <a:buFont typeface="Arial"/>
              <a:buNone/>
            </a:pPr>
            <a:r>
              <a:rPr i="1" lang="en-US" sz="1500">
                <a:solidFill>
                  <a:schemeClr val="dk1"/>
                </a:solidFill>
                <a:latin typeface="Times New Roman"/>
                <a:ea typeface="Times New Roman"/>
                <a:cs typeface="Times New Roman"/>
                <a:sym typeface="Times New Roman"/>
              </a:rPr>
              <a:t>Bóton interactivo desplegable</a:t>
            </a:r>
            <a:endParaRPr i="1" sz="15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i="1" sz="1500">
              <a:solidFill>
                <a:schemeClr val="dk1"/>
              </a:solidFill>
              <a:latin typeface="Times New Roman"/>
              <a:ea typeface="Times New Roman"/>
              <a:cs typeface="Times New Roman"/>
              <a:sym typeface="Times New Roman"/>
            </a:endParaRPr>
          </a:p>
        </p:txBody>
      </p:sp>
      <p:sp>
        <p:nvSpPr>
          <p:cNvPr id="121" name="Google Shape;121;p2"/>
          <p:cNvSpPr txBox="1"/>
          <p:nvPr/>
        </p:nvSpPr>
        <p:spPr>
          <a:xfrm>
            <a:off x="3063256" y="2668400"/>
            <a:ext cx="2270100" cy="33507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lang="en-US" sz="1500">
                <a:solidFill>
                  <a:schemeClr val="dk1"/>
                </a:solidFill>
                <a:latin typeface="Times New Roman"/>
                <a:ea typeface="Times New Roman"/>
                <a:cs typeface="Times New Roman"/>
                <a:sym typeface="Times New Roman"/>
              </a:rPr>
              <a:t>Mi casa es un morichal: un humedal lleno de palmas de moriche y árboles. Su suelo funciona como una esponja. En invierno guarda el agua y en verano la va soltando poco a poco. Por eso, cuando todo alrededor se seca, aquí todavía hay agua, sombra y comida (mientras van apareciendo también hay voz en off)</a:t>
            </a:r>
            <a:endParaRPr sz="1300"/>
          </a:p>
        </p:txBody>
      </p:sp>
      <p:pic>
        <p:nvPicPr>
          <p:cNvPr id="122" name="Google Shape;122;p2"/>
          <p:cNvPicPr preferRelativeResize="0"/>
          <p:nvPr/>
        </p:nvPicPr>
        <p:blipFill>
          <a:blip r:embed="rId4">
            <a:alphaModFix/>
          </a:blip>
          <a:stretch>
            <a:fillRect/>
          </a:stretch>
        </p:blipFill>
        <p:spPr>
          <a:xfrm>
            <a:off x="10977651" y="1981664"/>
            <a:ext cx="1061020" cy="1005825"/>
          </a:xfrm>
          <a:prstGeom prst="rect">
            <a:avLst/>
          </a:prstGeom>
          <a:noFill/>
          <a:ln>
            <a:noFill/>
          </a:ln>
        </p:spPr>
      </p:pic>
      <p:pic>
        <p:nvPicPr>
          <p:cNvPr id="123" name="Google Shape;123;p2"/>
          <p:cNvPicPr preferRelativeResize="0"/>
          <p:nvPr/>
        </p:nvPicPr>
        <p:blipFill>
          <a:blip r:embed="rId5">
            <a:alphaModFix/>
          </a:blip>
          <a:stretch>
            <a:fillRect/>
          </a:stretch>
        </p:blipFill>
        <p:spPr>
          <a:xfrm>
            <a:off x="11019225" y="3241313"/>
            <a:ext cx="918675" cy="924325"/>
          </a:xfrm>
          <a:prstGeom prst="rect">
            <a:avLst/>
          </a:prstGeom>
          <a:noFill/>
          <a:ln>
            <a:noFill/>
          </a:ln>
        </p:spPr>
      </p:pic>
      <p:pic>
        <p:nvPicPr>
          <p:cNvPr id="124" name="Google Shape;124;p2"/>
          <p:cNvPicPr preferRelativeResize="0"/>
          <p:nvPr/>
        </p:nvPicPr>
        <p:blipFill>
          <a:blip r:embed="rId6">
            <a:alphaModFix/>
          </a:blip>
          <a:stretch>
            <a:fillRect/>
          </a:stretch>
        </p:blipFill>
        <p:spPr>
          <a:xfrm>
            <a:off x="11013593" y="4461789"/>
            <a:ext cx="918675" cy="87491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3"/>
          <p:cNvSpPr/>
          <p:nvPr/>
        </p:nvSpPr>
        <p:spPr>
          <a:xfrm>
            <a:off x="1267150" y="3490850"/>
            <a:ext cx="326700" cy="308100"/>
          </a:xfrm>
          <a:prstGeom prst="ellipse">
            <a:avLst/>
          </a:prstGeom>
          <a:solidFill>
            <a:schemeClr val="lt1"/>
          </a:solidFill>
          <a:ln cap="flat" cmpd="sng" w="19050">
            <a:solidFill>
              <a:srgbClr val="082836"/>
            </a:solidFill>
            <a:prstDash val="solid"/>
            <a:miter lim="8000"/>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31" name="Google Shape;131;p3"/>
          <p:cNvSpPr txBox="1"/>
          <p:nvPr/>
        </p:nvSpPr>
        <p:spPr>
          <a:xfrm>
            <a:off x="133925" y="135124"/>
            <a:ext cx="51816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ESCENA 2 </a:t>
            </a:r>
            <a:endParaRPr sz="1800">
              <a:solidFill>
                <a:schemeClr val="dk1"/>
              </a:solidFill>
              <a:latin typeface="Times New Roman"/>
              <a:ea typeface="Times New Roman"/>
              <a:cs typeface="Times New Roman"/>
              <a:sym typeface="Times New Roman"/>
            </a:endParaRPr>
          </a:p>
        </p:txBody>
      </p:sp>
      <p:sp>
        <p:nvSpPr>
          <p:cNvPr id="132" name="Google Shape;132;p3"/>
          <p:cNvSpPr txBox="1"/>
          <p:nvPr/>
        </p:nvSpPr>
        <p:spPr>
          <a:xfrm>
            <a:off x="210797" y="692472"/>
            <a:ext cx="7326000" cy="677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900">
                <a:solidFill>
                  <a:schemeClr val="dk1"/>
                </a:solidFill>
                <a:latin typeface="Times New Roman"/>
                <a:ea typeface="Times New Roman"/>
                <a:cs typeface="Times New Roman"/>
                <a:sym typeface="Times New Roman"/>
              </a:rPr>
              <a:t>“Aquí no vivo sola. Conoce a algunos de mis vecinos” voz en off y texto apareciendo.</a:t>
            </a:r>
            <a:endParaRPr sz="1900">
              <a:solidFill>
                <a:schemeClr val="dk1"/>
              </a:solidFill>
              <a:latin typeface="Times New Roman"/>
              <a:ea typeface="Times New Roman"/>
              <a:cs typeface="Times New Roman"/>
              <a:sym typeface="Times New Roman"/>
            </a:endParaRPr>
          </a:p>
        </p:txBody>
      </p:sp>
      <p:sp>
        <p:nvSpPr>
          <p:cNvPr id="133" name="Google Shape;133;p3"/>
          <p:cNvSpPr/>
          <p:nvPr/>
        </p:nvSpPr>
        <p:spPr>
          <a:xfrm>
            <a:off x="1963625" y="3072502"/>
            <a:ext cx="1792800" cy="2772600"/>
          </a:xfrm>
          <a:prstGeom prst="roundRect">
            <a:avLst>
              <a:gd fmla="val 5217" name="adj"/>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34" name="Google Shape;134;p3"/>
          <p:cNvSpPr txBox="1"/>
          <p:nvPr/>
        </p:nvSpPr>
        <p:spPr>
          <a:xfrm>
            <a:off x="2044450" y="3173951"/>
            <a:ext cx="1637700" cy="2697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700"/>
              <a:buFont typeface="Times New Roman"/>
              <a:buNone/>
            </a:pPr>
            <a:r>
              <a:rPr b="1" lang="en-US" sz="1600">
                <a:solidFill>
                  <a:schemeClr val="dk1"/>
                </a:solidFill>
                <a:latin typeface="Times New Roman"/>
                <a:ea typeface="Times New Roman"/>
                <a:cs typeface="Times New Roman"/>
                <a:sym typeface="Times New Roman"/>
              </a:rPr>
              <a:t>Palma de moriche</a:t>
            </a:r>
            <a:endParaRPr sz="1500">
              <a:solidFill>
                <a:schemeClr val="dk1"/>
              </a:solidFill>
              <a:latin typeface="Times New Roman"/>
              <a:ea typeface="Times New Roman"/>
              <a:cs typeface="Times New Roman"/>
              <a:sym typeface="Times New Roman"/>
            </a:endParaRPr>
          </a:p>
          <a:p>
            <a:pPr indent="0" lvl="0" marL="0" marR="0" rtl="0" algn="ctr">
              <a:spcBef>
                <a:spcPts val="600"/>
              </a:spcBef>
              <a:spcAft>
                <a:spcPts val="0"/>
              </a:spcAft>
              <a:buClr>
                <a:srgbClr val="FF0000"/>
              </a:buClr>
              <a:buSzPts val="1400"/>
              <a:buFont typeface="Times New Roman"/>
              <a:buNone/>
            </a:pPr>
            <a:r>
              <a:rPr i="1" lang="en-US" sz="1300">
                <a:solidFill>
                  <a:srgbClr val="FF0000"/>
                </a:solidFill>
                <a:latin typeface="Times New Roman"/>
                <a:ea typeface="Times New Roman"/>
                <a:cs typeface="Times New Roman"/>
                <a:sym typeface="Times New Roman"/>
              </a:rPr>
              <a:t>Es la que le da nombre a mi casa. Sus raíces viven en suelo encharcado y ayudan a que el morichal guarde el agua. Sus frutos alimentan a muchos de mis vecinos.</a:t>
            </a:r>
            <a:endParaRPr i="1" sz="1500">
              <a:solidFill>
                <a:srgbClr val="FF0000"/>
              </a:solidFill>
              <a:latin typeface="Times New Roman"/>
              <a:ea typeface="Times New Roman"/>
              <a:cs typeface="Times New Roman"/>
              <a:sym typeface="Times New Roman"/>
            </a:endParaRPr>
          </a:p>
        </p:txBody>
      </p:sp>
      <p:sp>
        <p:nvSpPr>
          <p:cNvPr id="135" name="Google Shape;135;p3"/>
          <p:cNvSpPr/>
          <p:nvPr/>
        </p:nvSpPr>
        <p:spPr>
          <a:xfrm>
            <a:off x="3847126" y="3072502"/>
            <a:ext cx="1834200" cy="2772600"/>
          </a:xfrm>
          <a:prstGeom prst="roundRect">
            <a:avLst>
              <a:gd fmla="val 5217" name="adj"/>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36" name="Google Shape;136;p3"/>
          <p:cNvSpPr txBox="1"/>
          <p:nvPr/>
        </p:nvSpPr>
        <p:spPr>
          <a:xfrm>
            <a:off x="3938980" y="3173951"/>
            <a:ext cx="1637700" cy="2697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700"/>
              <a:buFont typeface="Times New Roman"/>
              <a:buNone/>
            </a:pPr>
            <a:r>
              <a:rPr b="1" lang="en-US" sz="1600">
                <a:solidFill>
                  <a:schemeClr val="dk1"/>
                </a:solidFill>
                <a:latin typeface="Times New Roman"/>
                <a:ea typeface="Times New Roman"/>
                <a:cs typeface="Times New Roman"/>
                <a:sym typeface="Times New Roman"/>
              </a:rPr>
              <a:t>Loros</a:t>
            </a:r>
            <a:endParaRPr sz="1500">
              <a:solidFill>
                <a:schemeClr val="dk1"/>
              </a:solidFill>
              <a:latin typeface="Times New Roman"/>
              <a:ea typeface="Times New Roman"/>
              <a:cs typeface="Times New Roman"/>
              <a:sym typeface="Times New Roman"/>
            </a:endParaRPr>
          </a:p>
          <a:p>
            <a:pPr indent="0" lvl="0" marL="0" marR="0" rtl="0" algn="ctr">
              <a:spcBef>
                <a:spcPts val="600"/>
              </a:spcBef>
              <a:spcAft>
                <a:spcPts val="0"/>
              </a:spcAft>
              <a:buNone/>
            </a:pPr>
            <a:r>
              <a:rPr i="1" lang="en-US" sz="1300">
                <a:solidFill>
                  <a:srgbClr val="FF0000"/>
                </a:solidFill>
                <a:latin typeface="Times New Roman"/>
                <a:ea typeface="Times New Roman"/>
                <a:cs typeface="Times New Roman"/>
                <a:sym typeface="Times New Roman"/>
              </a:rPr>
              <a:t>Comen los frutos del moriche y hacen nido en los troncos de las palmas viejas. Si se pierden las palmas, se pierden sus casas.  Asi mismo, ahí sacan crías los patos silvestres y si se acaba el agua desaparecen los patos.</a:t>
            </a:r>
            <a:endParaRPr sz="1300"/>
          </a:p>
        </p:txBody>
      </p:sp>
      <p:sp>
        <p:nvSpPr>
          <p:cNvPr id="137" name="Google Shape;137;p3"/>
          <p:cNvSpPr/>
          <p:nvPr/>
        </p:nvSpPr>
        <p:spPr>
          <a:xfrm>
            <a:off x="5771925" y="3072501"/>
            <a:ext cx="1834200" cy="2772600"/>
          </a:xfrm>
          <a:prstGeom prst="roundRect">
            <a:avLst>
              <a:gd fmla="val 5217" name="adj"/>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38" name="Google Shape;138;p3"/>
          <p:cNvSpPr txBox="1"/>
          <p:nvPr/>
        </p:nvSpPr>
        <p:spPr>
          <a:xfrm>
            <a:off x="5846300" y="3262601"/>
            <a:ext cx="1637700" cy="25203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700"/>
              <a:buFont typeface="Times New Roman"/>
              <a:buNone/>
            </a:pPr>
            <a:r>
              <a:rPr b="1" lang="en-US" sz="1600">
                <a:solidFill>
                  <a:schemeClr val="dk1"/>
                </a:solidFill>
                <a:latin typeface="Times New Roman"/>
                <a:ea typeface="Times New Roman"/>
                <a:cs typeface="Times New Roman"/>
                <a:sym typeface="Times New Roman"/>
              </a:rPr>
              <a:t>Búho</a:t>
            </a:r>
            <a:endParaRPr sz="1500">
              <a:solidFill>
                <a:schemeClr val="dk1"/>
              </a:solidFill>
              <a:latin typeface="Times New Roman"/>
              <a:ea typeface="Times New Roman"/>
              <a:cs typeface="Times New Roman"/>
              <a:sym typeface="Times New Roman"/>
            </a:endParaRPr>
          </a:p>
          <a:p>
            <a:pPr indent="0" lvl="0" marL="0" marR="0" rtl="0" algn="ctr">
              <a:spcBef>
                <a:spcPts val="600"/>
              </a:spcBef>
              <a:spcAft>
                <a:spcPts val="0"/>
              </a:spcAft>
              <a:buNone/>
            </a:pPr>
            <a:r>
              <a:rPr i="1" lang="en-US" sz="1300">
                <a:solidFill>
                  <a:srgbClr val="FF0000"/>
                </a:solidFill>
                <a:latin typeface="Times New Roman"/>
                <a:ea typeface="Times New Roman"/>
                <a:cs typeface="Times New Roman"/>
                <a:sym typeface="Times New Roman"/>
              </a:rPr>
              <a:t>Sale de noche a cazar ratones e insectos. Necesita árboles altos y tranquilos para descansar durante el día. Si se talan los árboles se acaba su hogar y se acaba el agua que es vida.</a:t>
            </a:r>
            <a:endParaRPr i="1" sz="1500">
              <a:solidFill>
                <a:srgbClr val="FF0000"/>
              </a:solidFill>
              <a:latin typeface="Times New Roman"/>
              <a:ea typeface="Times New Roman"/>
              <a:cs typeface="Times New Roman"/>
              <a:sym typeface="Times New Roman"/>
            </a:endParaRPr>
          </a:p>
        </p:txBody>
      </p:sp>
      <p:sp>
        <p:nvSpPr>
          <p:cNvPr id="139" name="Google Shape;139;p3"/>
          <p:cNvSpPr/>
          <p:nvPr/>
        </p:nvSpPr>
        <p:spPr>
          <a:xfrm>
            <a:off x="7696600" y="3072501"/>
            <a:ext cx="1834200" cy="2772600"/>
          </a:xfrm>
          <a:prstGeom prst="roundRect">
            <a:avLst>
              <a:gd fmla="val 5217" name="adj"/>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40" name="Google Shape;140;p3"/>
          <p:cNvSpPr txBox="1"/>
          <p:nvPr/>
        </p:nvSpPr>
        <p:spPr>
          <a:xfrm>
            <a:off x="7801368" y="3262601"/>
            <a:ext cx="1637700" cy="2697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700"/>
              <a:buFont typeface="Times New Roman"/>
              <a:buNone/>
            </a:pPr>
            <a:r>
              <a:rPr b="1" lang="en-US" sz="1600">
                <a:solidFill>
                  <a:schemeClr val="dk1"/>
                </a:solidFill>
                <a:latin typeface="Times New Roman"/>
                <a:ea typeface="Times New Roman"/>
                <a:cs typeface="Times New Roman"/>
                <a:sym typeface="Times New Roman"/>
              </a:rPr>
              <a:t>Vacas y caballos</a:t>
            </a:r>
            <a:endParaRPr sz="1500">
              <a:solidFill>
                <a:schemeClr val="dk1"/>
              </a:solidFill>
              <a:latin typeface="Times New Roman"/>
              <a:ea typeface="Times New Roman"/>
              <a:cs typeface="Times New Roman"/>
              <a:sym typeface="Times New Roman"/>
            </a:endParaRPr>
          </a:p>
          <a:p>
            <a:pPr indent="0" lvl="0" marL="0" marR="0" rtl="0" algn="ctr">
              <a:spcBef>
                <a:spcPts val="600"/>
              </a:spcBef>
              <a:spcAft>
                <a:spcPts val="0"/>
              </a:spcAft>
              <a:buNone/>
            </a:pPr>
            <a:r>
              <a:rPr i="1" lang="en-US" sz="1300">
                <a:solidFill>
                  <a:srgbClr val="FF0000"/>
                </a:solidFill>
                <a:latin typeface="Times New Roman"/>
                <a:ea typeface="Times New Roman"/>
                <a:cs typeface="Times New Roman"/>
                <a:sym typeface="Times New Roman"/>
              </a:rPr>
              <a:t>También vienen a tomar agua en verano. Pero cuando pisan las orillas las hunden, y cuando hay basura, terminan comiéndosela.  Si se arroja basura, se daña el agua, se contamina el aire, se afecta la vida.</a:t>
            </a:r>
            <a:endParaRPr sz="1300"/>
          </a:p>
        </p:txBody>
      </p:sp>
      <p:sp>
        <p:nvSpPr>
          <p:cNvPr id="141" name="Google Shape;141;p3"/>
          <p:cNvSpPr/>
          <p:nvPr/>
        </p:nvSpPr>
        <p:spPr>
          <a:xfrm>
            <a:off x="9621150" y="3072501"/>
            <a:ext cx="1882200" cy="2772600"/>
          </a:xfrm>
          <a:prstGeom prst="roundRect">
            <a:avLst>
              <a:gd fmla="val 5217" name="adj"/>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142" name="Google Shape;142;p3"/>
          <p:cNvSpPr txBox="1"/>
          <p:nvPr/>
        </p:nvSpPr>
        <p:spPr>
          <a:xfrm>
            <a:off x="9743393" y="3147526"/>
            <a:ext cx="1637700" cy="26976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1"/>
              </a:buClr>
              <a:buSzPts val="1700"/>
              <a:buFont typeface="Times New Roman"/>
              <a:buNone/>
            </a:pPr>
            <a:r>
              <a:rPr b="1" lang="en-US" sz="1600">
                <a:solidFill>
                  <a:schemeClr val="dk1"/>
                </a:solidFill>
                <a:latin typeface="Times New Roman"/>
                <a:ea typeface="Times New Roman"/>
                <a:cs typeface="Times New Roman"/>
                <a:sym typeface="Times New Roman"/>
              </a:rPr>
              <a:t>Hormigas y comejenes</a:t>
            </a:r>
            <a:endParaRPr sz="1500">
              <a:solidFill>
                <a:schemeClr val="dk1"/>
              </a:solidFill>
              <a:latin typeface="Times New Roman"/>
              <a:ea typeface="Times New Roman"/>
              <a:cs typeface="Times New Roman"/>
              <a:sym typeface="Times New Roman"/>
            </a:endParaRPr>
          </a:p>
          <a:p>
            <a:pPr indent="0" lvl="0" marL="0" marR="0" rtl="0" algn="ctr">
              <a:spcBef>
                <a:spcPts val="600"/>
              </a:spcBef>
              <a:spcAft>
                <a:spcPts val="0"/>
              </a:spcAft>
              <a:buNone/>
            </a:pPr>
            <a:r>
              <a:rPr i="1" lang="en-US" sz="1300">
                <a:solidFill>
                  <a:srgbClr val="FF0000"/>
                </a:solidFill>
                <a:latin typeface="Times New Roman"/>
                <a:ea typeface="Times New Roman"/>
                <a:cs typeface="Times New Roman"/>
                <a:sym typeface="Times New Roman"/>
              </a:rPr>
              <a:t>Son mi comida. Con mi lengua larga me como miles al día, sin acabar nunca con un nido entero. Así el bosque sigue teniendo para mañana.  Todos necesitamos tener para mañana y brindar sostenibilidad.</a:t>
            </a:r>
            <a:endParaRPr i="1" sz="1500">
              <a:solidFill>
                <a:srgbClr val="FF0000"/>
              </a:solidFill>
              <a:latin typeface="Times New Roman"/>
              <a:ea typeface="Times New Roman"/>
              <a:cs typeface="Times New Roman"/>
              <a:sym typeface="Times New Roman"/>
            </a:endParaRPr>
          </a:p>
        </p:txBody>
      </p:sp>
      <p:sp>
        <p:nvSpPr>
          <p:cNvPr id="143" name="Google Shape;143;p3"/>
          <p:cNvSpPr/>
          <p:nvPr/>
        </p:nvSpPr>
        <p:spPr>
          <a:xfrm>
            <a:off x="11472621" y="135124"/>
            <a:ext cx="566057" cy="389433"/>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4" name="Google Shape;144;p3"/>
          <p:cNvSpPr/>
          <p:nvPr/>
        </p:nvSpPr>
        <p:spPr>
          <a:xfrm rot="10800000">
            <a:off x="11472620" y="6333443"/>
            <a:ext cx="566057" cy="389433"/>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45" name="Google Shape;145;p3"/>
          <p:cNvSpPr txBox="1"/>
          <p:nvPr/>
        </p:nvSpPr>
        <p:spPr>
          <a:xfrm>
            <a:off x="9247166" y="98327"/>
            <a:ext cx="4105826" cy="100584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i="1" lang="en-US" sz="1500">
                <a:solidFill>
                  <a:schemeClr val="dk1"/>
                </a:solidFill>
                <a:latin typeface="Times New Roman"/>
                <a:ea typeface="Times New Roman"/>
                <a:cs typeface="Times New Roman"/>
                <a:sym typeface="Times New Roman"/>
              </a:rPr>
              <a:t>Botón</a:t>
            </a:r>
            <a:r>
              <a:rPr i="1" lang="en-US" sz="1500">
                <a:solidFill>
                  <a:schemeClr val="dk1"/>
                </a:solidFill>
                <a:latin typeface="Times New Roman"/>
                <a:ea typeface="Times New Roman"/>
                <a:cs typeface="Times New Roman"/>
                <a:sym typeface="Times New Roman"/>
              </a:rPr>
              <a:t> interactivo para subir</a:t>
            </a:r>
            <a:endParaRPr i="1" sz="1500">
              <a:solidFill>
                <a:schemeClr val="dk1"/>
              </a:solidFill>
              <a:latin typeface="Times New Roman"/>
              <a:ea typeface="Times New Roman"/>
              <a:cs typeface="Times New Roman"/>
              <a:sym typeface="Times New Roman"/>
            </a:endParaRPr>
          </a:p>
        </p:txBody>
      </p:sp>
      <p:pic>
        <p:nvPicPr>
          <p:cNvPr id="146" name="Google Shape;146;p3"/>
          <p:cNvPicPr preferRelativeResize="0"/>
          <p:nvPr/>
        </p:nvPicPr>
        <p:blipFill>
          <a:blip r:embed="rId3">
            <a:alphaModFix/>
          </a:blip>
          <a:stretch>
            <a:fillRect/>
          </a:stretch>
        </p:blipFill>
        <p:spPr>
          <a:xfrm flipH="1">
            <a:off x="81425" y="3798945"/>
            <a:ext cx="1882200" cy="1864707"/>
          </a:xfrm>
          <a:prstGeom prst="rect">
            <a:avLst/>
          </a:prstGeom>
          <a:noFill/>
          <a:ln>
            <a:noFill/>
          </a:ln>
        </p:spPr>
      </p:pic>
      <p:pic>
        <p:nvPicPr>
          <p:cNvPr id="147" name="Google Shape;147;p3"/>
          <p:cNvPicPr preferRelativeResize="0"/>
          <p:nvPr/>
        </p:nvPicPr>
        <p:blipFill>
          <a:blip r:embed="rId4">
            <a:alphaModFix/>
          </a:blip>
          <a:stretch>
            <a:fillRect/>
          </a:stretch>
        </p:blipFill>
        <p:spPr>
          <a:xfrm>
            <a:off x="2240775" y="1939221"/>
            <a:ext cx="1039005" cy="961776"/>
          </a:xfrm>
          <a:prstGeom prst="rect">
            <a:avLst/>
          </a:prstGeom>
          <a:noFill/>
          <a:ln>
            <a:noFill/>
          </a:ln>
        </p:spPr>
      </p:pic>
      <p:pic>
        <p:nvPicPr>
          <p:cNvPr id="148" name="Google Shape;148;p3"/>
          <p:cNvPicPr preferRelativeResize="0"/>
          <p:nvPr/>
        </p:nvPicPr>
        <p:blipFill>
          <a:blip r:embed="rId5">
            <a:alphaModFix/>
          </a:blip>
          <a:stretch>
            <a:fillRect/>
          </a:stretch>
        </p:blipFill>
        <p:spPr>
          <a:xfrm>
            <a:off x="4064418" y="1909215"/>
            <a:ext cx="1085641" cy="1021787"/>
          </a:xfrm>
          <a:prstGeom prst="rect">
            <a:avLst/>
          </a:prstGeom>
          <a:noFill/>
          <a:ln>
            <a:noFill/>
          </a:ln>
        </p:spPr>
      </p:pic>
      <p:pic>
        <p:nvPicPr>
          <p:cNvPr id="149" name="Google Shape;149;p3"/>
          <p:cNvPicPr preferRelativeResize="0"/>
          <p:nvPr/>
        </p:nvPicPr>
        <p:blipFill>
          <a:blip r:embed="rId6">
            <a:alphaModFix/>
          </a:blip>
          <a:stretch>
            <a:fillRect/>
          </a:stretch>
        </p:blipFill>
        <p:spPr>
          <a:xfrm>
            <a:off x="6063192" y="1887692"/>
            <a:ext cx="1173503" cy="1064833"/>
          </a:xfrm>
          <a:prstGeom prst="rect">
            <a:avLst/>
          </a:prstGeom>
          <a:noFill/>
          <a:ln>
            <a:noFill/>
          </a:ln>
        </p:spPr>
      </p:pic>
      <p:pic>
        <p:nvPicPr>
          <p:cNvPr id="150" name="Google Shape;150;p3"/>
          <p:cNvPicPr preferRelativeResize="0"/>
          <p:nvPr/>
        </p:nvPicPr>
        <p:blipFill>
          <a:blip r:embed="rId7">
            <a:alphaModFix/>
          </a:blip>
          <a:stretch>
            <a:fillRect/>
          </a:stretch>
        </p:blipFill>
        <p:spPr>
          <a:xfrm>
            <a:off x="7976330" y="1838193"/>
            <a:ext cx="1173503" cy="1098757"/>
          </a:xfrm>
          <a:prstGeom prst="rect">
            <a:avLst/>
          </a:prstGeom>
          <a:noFill/>
          <a:ln>
            <a:noFill/>
          </a:ln>
        </p:spPr>
      </p:pic>
      <p:pic>
        <p:nvPicPr>
          <p:cNvPr id="151" name="Google Shape;151;p3"/>
          <p:cNvPicPr preferRelativeResize="0"/>
          <p:nvPr/>
        </p:nvPicPr>
        <p:blipFill>
          <a:blip r:embed="rId8">
            <a:alphaModFix/>
          </a:blip>
          <a:stretch>
            <a:fillRect/>
          </a:stretch>
        </p:blipFill>
        <p:spPr>
          <a:xfrm>
            <a:off x="9889459" y="1870747"/>
            <a:ext cx="1293916" cy="1098737"/>
          </a:xfrm>
          <a:prstGeom prst="rect">
            <a:avLst/>
          </a:prstGeom>
          <a:noFill/>
          <a:ln>
            <a:noFill/>
          </a:ln>
        </p:spPr>
      </p:pic>
      <p:sp>
        <p:nvSpPr>
          <p:cNvPr id="152" name="Google Shape;152;p3"/>
          <p:cNvSpPr txBox="1"/>
          <p:nvPr/>
        </p:nvSpPr>
        <p:spPr>
          <a:xfrm>
            <a:off x="2165650" y="1412025"/>
            <a:ext cx="1395300" cy="100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Font typeface="Arial"/>
              <a:buNone/>
            </a:pPr>
            <a:r>
              <a:rPr i="1" lang="en-US" sz="1500">
                <a:solidFill>
                  <a:schemeClr val="dk1"/>
                </a:solidFill>
                <a:latin typeface="Times New Roman"/>
                <a:ea typeface="Times New Roman"/>
                <a:cs typeface="Times New Roman"/>
                <a:sym typeface="Times New Roman"/>
              </a:rPr>
              <a:t>Bóton interactivo desplegable</a:t>
            </a:r>
            <a:endParaRPr i="1" sz="15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i="1" sz="1500">
              <a:solidFill>
                <a:schemeClr val="dk1"/>
              </a:solidFill>
              <a:latin typeface="Times New Roman"/>
              <a:ea typeface="Times New Roman"/>
              <a:cs typeface="Times New Roman"/>
              <a:sym typeface="Times New Roman"/>
            </a:endParaRPr>
          </a:p>
        </p:txBody>
      </p:sp>
      <p:sp>
        <p:nvSpPr>
          <p:cNvPr id="153" name="Google Shape;153;p3"/>
          <p:cNvSpPr txBox="1"/>
          <p:nvPr/>
        </p:nvSpPr>
        <p:spPr>
          <a:xfrm>
            <a:off x="3973850" y="1412025"/>
            <a:ext cx="1395300" cy="100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Font typeface="Arial"/>
              <a:buNone/>
            </a:pPr>
            <a:r>
              <a:rPr i="1" lang="en-US" sz="1500">
                <a:solidFill>
                  <a:schemeClr val="dk1"/>
                </a:solidFill>
                <a:latin typeface="Times New Roman"/>
                <a:ea typeface="Times New Roman"/>
                <a:cs typeface="Times New Roman"/>
                <a:sym typeface="Times New Roman"/>
              </a:rPr>
              <a:t>Bóton interactivo desplegable</a:t>
            </a:r>
            <a:endParaRPr i="1" sz="15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i="1" sz="1500">
              <a:solidFill>
                <a:schemeClr val="dk1"/>
              </a:solidFill>
              <a:latin typeface="Times New Roman"/>
              <a:ea typeface="Times New Roman"/>
              <a:cs typeface="Times New Roman"/>
              <a:sym typeface="Times New Roman"/>
            </a:endParaRPr>
          </a:p>
        </p:txBody>
      </p:sp>
      <p:sp>
        <p:nvSpPr>
          <p:cNvPr id="154" name="Google Shape;154;p3"/>
          <p:cNvSpPr txBox="1"/>
          <p:nvPr/>
        </p:nvSpPr>
        <p:spPr>
          <a:xfrm>
            <a:off x="6051612" y="1369575"/>
            <a:ext cx="1395300" cy="100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Font typeface="Arial"/>
              <a:buNone/>
            </a:pPr>
            <a:r>
              <a:rPr i="1" lang="en-US" sz="1500">
                <a:solidFill>
                  <a:schemeClr val="dk1"/>
                </a:solidFill>
                <a:latin typeface="Times New Roman"/>
                <a:ea typeface="Times New Roman"/>
                <a:cs typeface="Times New Roman"/>
                <a:sym typeface="Times New Roman"/>
              </a:rPr>
              <a:t>Bóton interactivo desplegable</a:t>
            </a:r>
            <a:endParaRPr i="1" sz="15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i="1" sz="1500">
              <a:solidFill>
                <a:schemeClr val="dk1"/>
              </a:solidFill>
              <a:latin typeface="Times New Roman"/>
              <a:ea typeface="Times New Roman"/>
              <a:cs typeface="Times New Roman"/>
              <a:sym typeface="Times New Roman"/>
            </a:endParaRPr>
          </a:p>
        </p:txBody>
      </p:sp>
      <p:sp>
        <p:nvSpPr>
          <p:cNvPr id="155" name="Google Shape;155;p3"/>
          <p:cNvSpPr txBox="1"/>
          <p:nvPr/>
        </p:nvSpPr>
        <p:spPr>
          <a:xfrm>
            <a:off x="7930750" y="1369575"/>
            <a:ext cx="1395300" cy="100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Font typeface="Arial"/>
              <a:buNone/>
            </a:pPr>
            <a:r>
              <a:rPr i="1" lang="en-US" sz="1500">
                <a:solidFill>
                  <a:schemeClr val="dk1"/>
                </a:solidFill>
                <a:latin typeface="Times New Roman"/>
                <a:ea typeface="Times New Roman"/>
                <a:cs typeface="Times New Roman"/>
                <a:sym typeface="Times New Roman"/>
              </a:rPr>
              <a:t>Bóton interactivo desplegable</a:t>
            </a:r>
            <a:endParaRPr i="1" sz="15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i="1" sz="1500">
              <a:solidFill>
                <a:schemeClr val="dk1"/>
              </a:solidFill>
              <a:latin typeface="Times New Roman"/>
              <a:ea typeface="Times New Roman"/>
              <a:cs typeface="Times New Roman"/>
              <a:sym typeface="Times New Roman"/>
            </a:endParaRPr>
          </a:p>
        </p:txBody>
      </p:sp>
      <p:sp>
        <p:nvSpPr>
          <p:cNvPr id="156" name="Google Shape;156;p3"/>
          <p:cNvSpPr txBox="1"/>
          <p:nvPr/>
        </p:nvSpPr>
        <p:spPr>
          <a:xfrm>
            <a:off x="9937562" y="1369575"/>
            <a:ext cx="1395300" cy="100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Font typeface="Arial"/>
              <a:buNone/>
            </a:pPr>
            <a:r>
              <a:rPr i="1" lang="en-US" sz="1500">
                <a:solidFill>
                  <a:schemeClr val="dk1"/>
                </a:solidFill>
                <a:latin typeface="Times New Roman"/>
                <a:ea typeface="Times New Roman"/>
                <a:cs typeface="Times New Roman"/>
                <a:sym typeface="Times New Roman"/>
              </a:rPr>
              <a:t>Bóton interactivo desplegable</a:t>
            </a:r>
            <a:endParaRPr i="1" sz="15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i="1" sz="1500">
              <a:solidFill>
                <a:schemeClr val="dk1"/>
              </a:solidFill>
              <a:latin typeface="Times New Roman"/>
              <a:ea typeface="Times New Roman"/>
              <a:cs typeface="Times New Roman"/>
              <a:sym typeface="Times New Roman"/>
            </a:endParaRPr>
          </a:p>
        </p:txBody>
      </p:sp>
      <p:sp>
        <p:nvSpPr>
          <p:cNvPr id="157" name="Google Shape;157;p3"/>
          <p:cNvSpPr txBox="1"/>
          <p:nvPr/>
        </p:nvSpPr>
        <p:spPr>
          <a:xfrm>
            <a:off x="9177119" y="6420896"/>
            <a:ext cx="4105800" cy="1005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i="1" lang="en-US" sz="1500">
                <a:solidFill>
                  <a:schemeClr val="dk1"/>
                </a:solidFill>
                <a:latin typeface="Times New Roman"/>
                <a:ea typeface="Times New Roman"/>
                <a:cs typeface="Times New Roman"/>
                <a:sym typeface="Times New Roman"/>
              </a:rPr>
              <a:t>Botón interactivo para bajar</a:t>
            </a:r>
            <a:endParaRPr i="1" sz="1500">
              <a:solidFill>
                <a:schemeClr val="dk1"/>
              </a:solidFill>
              <a:latin typeface="Times New Roman"/>
              <a:ea typeface="Times New Roman"/>
              <a:cs typeface="Times New Roman"/>
              <a:sym typeface="Times New Roman"/>
            </a:endParaRPr>
          </a:p>
        </p:txBody>
      </p:sp>
      <p:sp>
        <p:nvSpPr>
          <p:cNvPr id="158" name="Google Shape;158;p3"/>
          <p:cNvSpPr/>
          <p:nvPr/>
        </p:nvSpPr>
        <p:spPr>
          <a:xfrm rot="5400000">
            <a:off x="1342573" y="3590660"/>
            <a:ext cx="211800" cy="121200"/>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59" name="Google Shape;159;p3"/>
          <p:cNvSpPr txBox="1"/>
          <p:nvPr/>
        </p:nvSpPr>
        <p:spPr>
          <a:xfrm>
            <a:off x="318975" y="2497650"/>
            <a:ext cx="1395300" cy="100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Clr>
                <a:schemeClr val="dk1"/>
              </a:buClr>
              <a:buFont typeface="Arial"/>
              <a:buNone/>
            </a:pPr>
            <a:r>
              <a:rPr i="1" lang="en-US" sz="1500">
                <a:solidFill>
                  <a:schemeClr val="dk1"/>
                </a:solidFill>
                <a:latin typeface="Times New Roman"/>
                <a:ea typeface="Times New Roman"/>
                <a:cs typeface="Times New Roman"/>
                <a:sym typeface="Times New Roman"/>
              </a:rPr>
              <a:t>Bóton interactivo desplegable</a:t>
            </a:r>
            <a:endParaRPr i="1" sz="15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rPr i="1" lang="en-US" sz="1500">
                <a:solidFill>
                  <a:schemeClr val="dk1"/>
                </a:solidFill>
                <a:latin typeface="Times New Roman"/>
                <a:ea typeface="Times New Roman"/>
                <a:cs typeface="Times New Roman"/>
                <a:sym typeface="Times New Roman"/>
              </a:rPr>
              <a:t>donde se ubica un video (fauna)</a:t>
            </a:r>
            <a:endParaRPr i="1" sz="15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4" name="Shape 164"/>
        <p:cNvGrpSpPr/>
        <p:nvPr/>
      </p:nvGrpSpPr>
      <p:grpSpPr>
        <a:xfrm>
          <a:off x="0" y="0"/>
          <a:ext cx="0" cy="0"/>
          <a:chOff x="0" y="0"/>
          <a:chExt cx="0" cy="0"/>
        </a:xfrm>
      </p:grpSpPr>
      <p:sp>
        <p:nvSpPr>
          <p:cNvPr id="165" name="Google Shape;165;p4"/>
          <p:cNvSpPr/>
          <p:nvPr/>
        </p:nvSpPr>
        <p:spPr>
          <a:xfrm>
            <a:off x="7215833" y="4515961"/>
            <a:ext cx="876900" cy="210300"/>
          </a:xfrm>
          <a:prstGeom prst="roundRect">
            <a:avLst>
              <a:gd fmla="val 16667"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66" name="Google Shape;166;p4"/>
          <p:cNvSpPr/>
          <p:nvPr/>
        </p:nvSpPr>
        <p:spPr>
          <a:xfrm>
            <a:off x="9591284" y="4515960"/>
            <a:ext cx="876900" cy="210300"/>
          </a:xfrm>
          <a:prstGeom prst="roundRect">
            <a:avLst>
              <a:gd fmla="val 16667"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67" name="Google Shape;167;p4"/>
          <p:cNvSpPr/>
          <p:nvPr/>
        </p:nvSpPr>
        <p:spPr>
          <a:xfrm>
            <a:off x="4856396" y="4515961"/>
            <a:ext cx="876900" cy="210300"/>
          </a:xfrm>
          <a:prstGeom prst="roundRect">
            <a:avLst>
              <a:gd fmla="val 16667"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68" name="Google Shape;168;p4"/>
          <p:cNvSpPr/>
          <p:nvPr/>
        </p:nvSpPr>
        <p:spPr>
          <a:xfrm>
            <a:off x="2361319" y="4503882"/>
            <a:ext cx="876900" cy="210300"/>
          </a:xfrm>
          <a:prstGeom prst="roundRect">
            <a:avLst>
              <a:gd fmla="val 16667"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69" name="Google Shape;169;p4"/>
          <p:cNvSpPr txBox="1"/>
          <p:nvPr/>
        </p:nvSpPr>
        <p:spPr>
          <a:xfrm>
            <a:off x="133925" y="135124"/>
            <a:ext cx="51816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ESCENA 3</a:t>
            </a:r>
            <a:endParaRPr sz="1800">
              <a:solidFill>
                <a:schemeClr val="dk1"/>
              </a:solidFill>
              <a:latin typeface="Times New Roman"/>
              <a:ea typeface="Times New Roman"/>
              <a:cs typeface="Times New Roman"/>
              <a:sym typeface="Times New Roman"/>
            </a:endParaRPr>
          </a:p>
        </p:txBody>
      </p:sp>
      <p:sp>
        <p:nvSpPr>
          <p:cNvPr id="170" name="Google Shape;170;p4"/>
          <p:cNvSpPr txBox="1"/>
          <p:nvPr/>
        </p:nvSpPr>
        <p:spPr>
          <a:xfrm>
            <a:off x="238695" y="668850"/>
            <a:ext cx="52878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Me están rodeando</a:t>
            </a:r>
            <a:endParaRPr b="1" sz="3200">
              <a:solidFill>
                <a:schemeClr val="dk1"/>
              </a:solidFill>
              <a:latin typeface="Times New Roman"/>
              <a:ea typeface="Times New Roman"/>
              <a:cs typeface="Times New Roman"/>
              <a:sym typeface="Times New Roman"/>
            </a:endParaRPr>
          </a:p>
        </p:txBody>
      </p:sp>
      <p:sp>
        <p:nvSpPr>
          <p:cNvPr id="171" name="Google Shape;171;p4"/>
          <p:cNvSpPr txBox="1"/>
          <p:nvPr/>
        </p:nvSpPr>
        <p:spPr>
          <a:xfrm>
            <a:off x="228162" y="1333510"/>
            <a:ext cx="11268600" cy="38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900">
                <a:solidFill>
                  <a:schemeClr val="dk1"/>
                </a:solidFill>
                <a:latin typeface="Times New Roman"/>
                <a:ea typeface="Times New Roman"/>
                <a:cs typeface="Times New Roman"/>
                <a:sym typeface="Times New Roman"/>
              </a:rPr>
              <a:t>"Mi morichal no se ha encogido mucho. Lo que cambió es todo lo que hay a su alrededor.“ </a:t>
            </a:r>
            <a:endParaRPr>
              <a:solidFill>
                <a:schemeClr val="dk1"/>
              </a:solidFill>
            </a:endParaRPr>
          </a:p>
        </p:txBody>
      </p:sp>
      <p:pic>
        <p:nvPicPr>
          <p:cNvPr descr="/mnt/user-data/outputs/img/morichal-2002.png" id="172" name="Google Shape;172;p4"/>
          <p:cNvPicPr preferRelativeResize="0"/>
          <p:nvPr/>
        </p:nvPicPr>
        <p:blipFill rotWithShape="1">
          <a:blip r:embed="rId3">
            <a:alphaModFix/>
          </a:blip>
          <a:srcRect b="0" l="0" r="0" t="0"/>
          <a:stretch/>
        </p:blipFill>
        <p:spPr>
          <a:xfrm>
            <a:off x="2345679" y="2344801"/>
            <a:ext cx="2212322" cy="2057460"/>
          </a:xfrm>
          <a:prstGeom prst="rect">
            <a:avLst/>
          </a:prstGeom>
          <a:noFill/>
          <a:ln cap="flat" cmpd="sng" w="9525">
            <a:solidFill>
              <a:srgbClr val="FFFF00"/>
            </a:solidFill>
            <a:prstDash val="solid"/>
            <a:round/>
            <a:headEnd len="sm" w="sm" type="none"/>
            <a:tailEnd len="sm" w="sm" type="none"/>
          </a:ln>
        </p:spPr>
      </p:pic>
      <p:pic>
        <p:nvPicPr>
          <p:cNvPr descr="/mnt/user-data/outputs/img/morichal-2015.png" id="173" name="Google Shape;173;p4"/>
          <p:cNvPicPr preferRelativeResize="0"/>
          <p:nvPr/>
        </p:nvPicPr>
        <p:blipFill rotWithShape="1">
          <a:blip r:embed="rId4">
            <a:alphaModFix/>
          </a:blip>
          <a:srcRect b="0" l="0" r="0" t="0"/>
          <a:stretch/>
        </p:blipFill>
        <p:spPr>
          <a:xfrm>
            <a:off x="4701309" y="2356881"/>
            <a:ext cx="2212322" cy="2057460"/>
          </a:xfrm>
          <a:prstGeom prst="rect">
            <a:avLst/>
          </a:prstGeom>
          <a:noFill/>
          <a:ln cap="flat" cmpd="sng" w="9525">
            <a:solidFill>
              <a:srgbClr val="FFFF00"/>
            </a:solidFill>
            <a:prstDash val="solid"/>
            <a:round/>
            <a:headEnd len="sm" w="sm" type="none"/>
            <a:tailEnd len="sm" w="sm" type="none"/>
          </a:ln>
        </p:spPr>
      </p:pic>
      <p:pic>
        <p:nvPicPr>
          <p:cNvPr descr="/mnt/user-data/outputs/img/morichal-2019.png" id="174" name="Google Shape;174;p4"/>
          <p:cNvPicPr preferRelativeResize="0"/>
          <p:nvPr/>
        </p:nvPicPr>
        <p:blipFill rotWithShape="1">
          <a:blip r:embed="rId5">
            <a:alphaModFix/>
          </a:blip>
          <a:srcRect b="0" l="0" r="0" t="0"/>
          <a:stretch/>
        </p:blipFill>
        <p:spPr>
          <a:xfrm>
            <a:off x="7085819" y="2356881"/>
            <a:ext cx="2212322" cy="2057460"/>
          </a:xfrm>
          <a:prstGeom prst="rect">
            <a:avLst/>
          </a:prstGeom>
          <a:noFill/>
          <a:ln cap="flat" cmpd="sng" w="9525">
            <a:solidFill>
              <a:srgbClr val="FFFF00"/>
            </a:solidFill>
            <a:prstDash val="solid"/>
            <a:round/>
            <a:headEnd len="sm" w="sm" type="none"/>
            <a:tailEnd len="sm" w="sm" type="none"/>
          </a:ln>
        </p:spPr>
      </p:pic>
      <p:pic>
        <p:nvPicPr>
          <p:cNvPr descr="/mnt/user-data/outputs/img/morichal-reciente.png" id="175" name="Google Shape;175;p4"/>
          <p:cNvPicPr preferRelativeResize="0"/>
          <p:nvPr/>
        </p:nvPicPr>
        <p:blipFill rotWithShape="1">
          <a:blip r:embed="rId6">
            <a:alphaModFix/>
          </a:blip>
          <a:srcRect b="0" l="0" r="0" t="0"/>
          <a:stretch/>
        </p:blipFill>
        <p:spPr>
          <a:xfrm>
            <a:off x="9520499" y="2344801"/>
            <a:ext cx="2212322" cy="2057460"/>
          </a:xfrm>
          <a:prstGeom prst="rect">
            <a:avLst/>
          </a:prstGeom>
          <a:noFill/>
          <a:ln cap="flat" cmpd="sng" w="9525">
            <a:solidFill>
              <a:srgbClr val="FFFF00"/>
            </a:solidFill>
            <a:prstDash val="solid"/>
            <a:round/>
            <a:headEnd len="sm" w="sm" type="none"/>
            <a:tailEnd len="sm" w="sm" type="none"/>
          </a:ln>
        </p:spPr>
      </p:pic>
      <p:sp>
        <p:nvSpPr>
          <p:cNvPr id="176" name="Google Shape;176;p4"/>
          <p:cNvSpPr txBox="1"/>
          <p:nvPr/>
        </p:nvSpPr>
        <p:spPr>
          <a:xfrm>
            <a:off x="2488047" y="4503882"/>
            <a:ext cx="2117100" cy="114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Times New Roman"/>
              <a:buNone/>
            </a:pPr>
            <a:r>
              <a:rPr b="1" lang="en-US" sz="1600">
                <a:solidFill>
                  <a:schemeClr val="lt1"/>
                </a:solidFill>
                <a:latin typeface="Times New Roman"/>
                <a:ea typeface="Times New Roman"/>
                <a:cs typeface="Times New Roman"/>
                <a:sym typeface="Times New Roman"/>
              </a:rPr>
              <a:t>2002</a:t>
            </a:r>
            <a:endParaRPr sz="1400">
              <a:solidFill>
                <a:schemeClr val="lt1"/>
              </a:solidFill>
              <a:latin typeface="Times New Roman"/>
              <a:ea typeface="Times New Roman"/>
              <a:cs typeface="Times New Roman"/>
              <a:sym typeface="Times New Roman"/>
            </a:endParaRPr>
          </a:p>
        </p:txBody>
      </p:sp>
      <p:sp>
        <p:nvSpPr>
          <p:cNvPr id="177" name="Google Shape;177;p4"/>
          <p:cNvSpPr txBox="1"/>
          <p:nvPr/>
        </p:nvSpPr>
        <p:spPr>
          <a:xfrm>
            <a:off x="4935693" y="4478932"/>
            <a:ext cx="2117100" cy="114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Times New Roman"/>
              <a:buNone/>
            </a:pPr>
            <a:r>
              <a:rPr b="1" lang="en-US" sz="1600">
                <a:solidFill>
                  <a:schemeClr val="lt1"/>
                </a:solidFill>
                <a:latin typeface="Times New Roman"/>
                <a:ea typeface="Times New Roman"/>
                <a:cs typeface="Times New Roman"/>
                <a:sym typeface="Times New Roman"/>
              </a:rPr>
              <a:t>2015</a:t>
            </a:r>
            <a:endParaRPr sz="1400">
              <a:solidFill>
                <a:schemeClr val="lt1"/>
              </a:solidFill>
              <a:latin typeface="Times New Roman"/>
              <a:ea typeface="Times New Roman"/>
              <a:cs typeface="Times New Roman"/>
              <a:sym typeface="Times New Roman"/>
            </a:endParaRPr>
          </a:p>
        </p:txBody>
      </p:sp>
      <p:sp>
        <p:nvSpPr>
          <p:cNvPr id="178" name="Google Shape;178;p4"/>
          <p:cNvSpPr txBox="1"/>
          <p:nvPr/>
        </p:nvSpPr>
        <p:spPr>
          <a:xfrm>
            <a:off x="7304042" y="4478932"/>
            <a:ext cx="2117100" cy="114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Times New Roman"/>
              <a:buNone/>
            </a:pPr>
            <a:r>
              <a:rPr b="1" lang="en-US" sz="1600">
                <a:solidFill>
                  <a:schemeClr val="lt1"/>
                </a:solidFill>
                <a:latin typeface="Times New Roman"/>
                <a:ea typeface="Times New Roman"/>
                <a:cs typeface="Times New Roman"/>
                <a:sym typeface="Times New Roman"/>
              </a:rPr>
              <a:t>2019</a:t>
            </a:r>
            <a:endParaRPr sz="1400">
              <a:solidFill>
                <a:schemeClr val="lt1"/>
              </a:solidFill>
              <a:latin typeface="Times New Roman"/>
              <a:ea typeface="Times New Roman"/>
              <a:cs typeface="Times New Roman"/>
              <a:sym typeface="Times New Roman"/>
            </a:endParaRPr>
          </a:p>
        </p:txBody>
      </p:sp>
      <p:sp>
        <p:nvSpPr>
          <p:cNvPr id="179" name="Google Shape;179;p4"/>
          <p:cNvSpPr txBox="1"/>
          <p:nvPr/>
        </p:nvSpPr>
        <p:spPr>
          <a:xfrm>
            <a:off x="9631368" y="4478931"/>
            <a:ext cx="2117100" cy="114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600"/>
              <a:buFont typeface="Times New Roman"/>
              <a:buNone/>
            </a:pPr>
            <a:r>
              <a:rPr b="1" lang="en-US" sz="1600">
                <a:solidFill>
                  <a:schemeClr val="lt1"/>
                </a:solidFill>
                <a:latin typeface="Times New Roman"/>
                <a:ea typeface="Times New Roman"/>
                <a:cs typeface="Times New Roman"/>
                <a:sym typeface="Times New Roman"/>
              </a:rPr>
              <a:t>Reciente</a:t>
            </a:r>
            <a:endParaRPr sz="1400">
              <a:solidFill>
                <a:schemeClr val="lt1"/>
              </a:solidFill>
              <a:latin typeface="Times New Roman"/>
              <a:ea typeface="Times New Roman"/>
              <a:cs typeface="Times New Roman"/>
              <a:sym typeface="Times New Roman"/>
            </a:endParaRPr>
          </a:p>
        </p:txBody>
      </p:sp>
      <p:sp>
        <p:nvSpPr>
          <p:cNvPr id="180" name="Google Shape;180;p4"/>
          <p:cNvSpPr/>
          <p:nvPr/>
        </p:nvSpPr>
        <p:spPr>
          <a:xfrm>
            <a:off x="2345675" y="5147848"/>
            <a:ext cx="2097000" cy="1259700"/>
          </a:xfrm>
          <a:prstGeom prst="roundRect">
            <a:avLst>
              <a:gd fmla="val 16667" name="adj"/>
            </a:avLst>
          </a:prstGeom>
          <a:solidFill>
            <a:srgbClr val="BF4F14"/>
          </a:solidFill>
          <a:ln cap="flat" cmpd="sng" w="19050">
            <a:solidFill>
              <a:srgbClr val="20461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600">
                <a:solidFill>
                  <a:schemeClr val="lt1"/>
                </a:solidFill>
                <a:latin typeface="Times New Roman"/>
                <a:ea typeface="Times New Roman"/>
                <a:cs typeface="Times New Roman"/>
                <a:sym typeface="Times New Roman"/>
              </a:rPr>
              <a:t>Los años se ubican en botones interactivos que despliegan el texto</a:t>
            </a:r>
            <a:endParaRPr>
              <a:solidFill>
                <a:schemeClr val="lt1"/>
              </a:solidFill>
            </a:endParaRPr>
          </a:p>
        </p:txBody>
      </p:sp>
      <p:sp>
        <p:nvSpPr>
          <p:cNvPr id="181" name="Google Shape;181;p4"/>
          <p:cNvSpPr/>
          <p:nvPr/>
        </p:nvSpPr>
        <p:spPr>
          <a:xfrm>
            <a:off x="4335337" y="3308517"/>
            <a:ext cx="617517" cy="387420"/>
          </a:xfrm>
          <a:prstGeom prst="rightArrow">
            <a:avLst>
              <a:gd fmla="val 50000" name="adj1"/>
              <a:gd fmla="val 50000" name="adj2"/>
            </a:avLst>
          </a:prstGeom>
          <a:solidFill>
            <a:srgbClr val="FFC00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82" name="Google Shape;182;p4"/>
          <p:cNvSpPr/>
          <p:nvPr/>
        </p:nvSpPr>
        <p:spPr>
          <a:xfrm>
            <a:off x="6633753" y="3241306"/>
            <a:ext cx="617517" cy="387420"/>
          </a:xfrm>
          <a:prstGeom prst="rightArrow">
            <a:avLst>
              <a:gd fmla="val 50000" name="adj1"/>
              <a:gd fmla="val 50000" name="adj2"/>
            </a:avLst>
          </a:prstGeom>
          <a:solidFill>
            <a:srgbClr val="FFC00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83" name="Google Shape;183;p4"/>
          <p:cNvSpPr/>
          <p:nvPr/>
        </p:nvSpPr>
        <p:spPr>
          <a:xfrm>
            <a:off x="9161570" y="3278334"/>
            <a:ext cx="617517" cy="387420"/>
          </a:xfrm>
          <a:prstGeom prst="rightArrow">
            <a:avLst>
              <a:gd fmla="val 50000" name="adj1"/>
              <a:gd fmla="val 50000" name="adj2"/>
            </a:avLst>
          </a:prstGeom>
          <a:solidFill>
            <a:srgbClr val="FFC00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84" name="Google Shape;184;p4"/>
          <p:cNvSpPr txBox="1"/>
          <p:nvPr/>
        </p:nvSpPr>
        <p:spPr>
          <a:xfrm>
            <a:off x="5211966" y="5347874"/>
            <a:ext cx="6284700" cy="1144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Imágenes históricas: Google Earth Pro. Los cambios más recientes, de 2026, todavía no aparecen en las imágenes satelitales.​</a:t>
            </a:r>
            <a:endParaRPr sz="1400">
              <a:solidFill>
                <a:schemeClr val="dk1"/>
              </a:solidFill>
              <a:latin typeface="Times New Roman"/>
              <a:ea typeface="Times New Roman"/>
              <a:cs typeface="Times New Roman"/>
              <a:sym typeface="Times New Roman"/>
            </a:endParaRPr>
          </a:p>
        </p:txBody>
      </p:sp>
      <p:sp>
        <p:nvSpPr>
          <p:cNvPr id="185" name="Google Shape;185;p4"/>
          <p:cNvSpPr/>
          <p:nvPr/>
        </p:nvSpPr>
        <p:spPr>
          <a:xfrm>
            <a:off x="11472621" y="135124"/>
            <a:ext cx="566057" cy="389433"/>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186" name="Google Shape;186;p4"/>
          <p:cNvSpPr/>
          <p:nvPr/>
        </p:nvSpPr>
        <p:spPr>
          <a:xfrm rot="10800000">
            <a:off x="11472620" y="6333443"/>
            <a:ext cx="566057" cy="389433"/>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pic>
        <p:nvPicPr>
          <p:cNvPr id="187" name="Google Shape;187;p4"/>
          <p:cNvPicPr preferRelativeResize="0"/>
          <p:nvPr/>
        </p:nvPicPr>
        <p:blipFill>
          <a:blip r:embed="rId7">
            <a:alphaModFix/>
          </a:blip>
          <a:stretch>
            <a:fillRect/>
          </a:stretch>
        </p:blipFill>
        <p:spPr>
          <a:xfrm flipH="1">
            <a:off x="105475" y="3050438"/>
            <a:ext cx="2117100" cy="2097412"/>
          </a:xfrm>
          <a:prstGeom prst="rect">
            <a:avLst/>
          </a:prstGeom>
          <a:noFill/>
          <a:ln>
            <a:noFill/>
          </a:ln>
        </p:spPr>
      </p:pic>
      <p:sp>
        <p:nvSpPr>
          <p:cNvPr id="188" name="Google Shape;188;p4"/>
          <p:cNvSpPr txBox="1"/>
          <p:nvPr/>
        </p:nvSpPr>
        <p:spPr>
          <a:xfrm>
            <a:off x="4288350" y="2010513"/>
            <a:ext cx="5627700" cy="1005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i="1" lang="en-US" sz="1500">
                <a:solidFill>
                  <a:schemeClr val="dk1"/>
                </a:solidFill>
                <a:latin typeface="Times New Roman"/>
                <a:ea typeface="Times New Roman"/>
                <a:cs typeface="Times New Roman"/>
                <a:sym typeface="Times New Roman"/>
              </a:rPr>
              <a:t>Carrusel de imágenes, van pasando cuando se le da clic a las flechas</a:t>
            </a:r>
            <a:endParaRPr i="1" sz="1500">
              <a:solidFill>
                <a:schemeClr val="dk1"/>
              </a:solidFill>
              <a:latin typeface="Times New Roman"/>
              <a:ea typeface="Times New Roman"/>
              <a:cs typeface="Times New Roman"/>
              <a:sym typeface="Times New Roman"/>
            </a:endParaRPr>
          </a:p>
        </p:txBody>
      </p:sp>
      <p:sp>
        <p:nvSpPr>
          <p:cNvPr id="189" name="Google Shape;189;p4"/>
          <p:cNvSpPr txBox="1"/>
          <p:nvPr/>
        </p:nvSpPr>
        <p:spPr>
          <a:xfrm>
            <a:off x="9247166" y="98327"/>
            <a:ext cx="4105800" cy="1005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i="1" lang="en-US" sz="1500">
                <a:solidFill>
                  <a:schemeClr val="dk1"/>
                </a:solidFill>
                <a:latin typeface="Times New Roman"/>
                <a:ea typeface="Times New Roman"/>
                <a:cs typeface="Times New Roman"/>
                <a:sym typeface="Times New Roman"/>
              </a:rPr>
              <a:t>Botón interactivo para subir</a:t>
            </a:r>
            <a:endParaRPr i="1" sz="1500">
              <a:solidFill>
                <a:schemeClr val="dk1"/>
              </a:solidFill>
              <a:latin typeface="Times New Roman"/>
              <a:ea typeface="Times New Roman"/>
              <a:cs typeface="Times New Roman"/>
              <a:sym typeface="Times New Roman"/>
            </a:endParaRPr>
          </a:p>
        </p:txBody>
      </p:sp>
      <p:sp>
        <p:nvSpPr>
          <p:cNvPr id="190" name="Google Shape;190;p4"/>
          <p:cNvSpPr txBox="1"/>
          <p:nvPr/>
        </p:nvSpPr>
        <p:spPr>
          <a:xfrm>
            <a:off x="9177119" y="6420896"/>
            <a:ext cx="4105800" cy="1005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i="1" lang="en-US" sz="1500">
                <a:solidFill>
                  <a:schemeClr val="dk1"/>
                </a:solidFill>
                <a:latin typeface="Times New Roman"/>
                <a:ea typeface="Times New Roman"/>
                <a:cs typeface="Times New Roman"/>
                <a:sym typeface="Times New Roman"/>
              </a:rPr>
              <a:t>Botón interactivo para bajar</a:t>
            </a:r>
            <a:endParaRPr i="1" sz="15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5" name="Shape 195"/>
        <p:cNvGrpSpPr/>
        <p:nvPr/>
      </p:nvGrpSpPr>
      <p:grpSpPr>
        <a:xfrm>
          <a:off x="0" y="0"/>
          <a:ext cx="0" cy="0"/>
          <a:chOff x="0" y="0"/>
          <a:chExt cx="0" cy="0"/>
        </a:xfrm>
      </p:grpSpPr>
      <p:sp>
        <p:nvSpPr>
          <p:cNvPr id="196" name="Google Shape;196;p5"/>
          <p:cNvSpPr txBox="1"/>
          <p:nvPr/>
        </p:nvSpPr>
        <p:spPr>
          <a:xfrm>
            <a:off x="133925" y="135124"/>
            <a:ext cx="5181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ESCENA 3</a:t>
            </a:r>
            <a:endParaRPr sz="1800">
              <a:solidFill>
                <a:schemeClr val="dk1"/>
              </a:solidFill>
              <a:latin typeface="Times New Roman"/>
              <a:ea typeface="Times New Roman"/>
              <a:cs typeface="Times New Roman"/>
              <a:sym typeface="Times New Roman"/>
            </a:endParaRPr>
          </a:p>
        </p:txBody>
      </p:sp>
      <p:sp>
        <p:nvSpPr>
          <p:cNvPr id="197" name="Google Shape;197;p5"/>
          <p:cNvSpPr/>
          <p:nvPr/>
        </p:nvSpPr>
        <p:spPr>
          <a:xfrm>
            <a:off x="979217" y="2890481"/>
            <a:ext cx="876900" cy="397800"/>
          </a:xfrm>
          <a:prstGeom prst="roundRect">
            <a:avLst>
              <a:gd fmla="val 16667"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98" name="Google Shape;198;p5"/>
          <p:cNvSpPr/>
          <p:nvPr/>
        </p:nvSpPr>
        <p:spPr>
          <a:xfrm>
            <a:off x="979154" y="3652446"/>
            <a:ext cx="876900" cy="397800"/>
          </a:xfrm>
          <a:prstGeom prst="roundRect">
            <a:avLst>
              <a:gd fmla="val 16667"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199" name="Google Shape;199;p5"/>
          <p:cNvSpPr/>
          <p:nvPr/>
        </p:nvSpPr>
        <p:spPr>
          <a:xfrm>
            <a:off x="979148" y="4414308"/>
            <a:ext cx="876900" cy="397800"/>
          </a:xfrm>
          <a:prstGeom prst="roundRect">
            <a:avLst>
              <a:gd fmla="val 16667"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00" name="Google Shape;200;p5"/>
          <p:cNvSpPr/>
          <p:nvPr/>
        </p:nvSpPr>
        <p:spPr>
          <a:xfrm>
            <a:off x="971881" y="5242247"/>
            <a:ext cx="1064400" cy="397800"/>
          </a:xfrm>
          <a:prstGeom prst="roundRect">
            <a:avLst>
              <a:gd fmla="val 16667"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01" name="Google Shape;201;p5"/>
          <p:cNvSpPr txBox="1"/>
          <p:nvPr/>
        </p:nvSpPr>
        <p:spPr>
          <a:xfrm>
            <a:off x="187845" y="1179461"/>
            <a:ext cx="52878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Me están rodeando</a:t>
            </a:r>
            <a:endParaRPr b="1" sz="3200">
              <a:solidFill>
                <a:schemeClr val="dk1"/>
              </a:solidFill>
              <a:latin typeface="Times New Roman"/>
              <a:ea typeface="Times New Roman"/>
              <a:cs typeface="Times New Roman"/>
              <a:sym typeface="Times New Roman"/>
            </a:endParaRPr>
          </a:p>
        </p:txBody>
      </p:sp>
      <p:sp>
        <p:nvSpPr>
          <p:cNvPr id="202" name="Google Shape;202;p5"/>
          <p:cNvSpPr txBox="1"/>
          <p:nvPr/>
        </p:nvSpPr>
        <p:spPr>
          <a:xfrm>
            <a:off x="1165596" y="2951268"/>
            <a:ext cx="12801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700"/>
              <a:buFont typeface="Times New Roman"/>
              <a:buNone/>
            </a:pPr>
            <a:r>
              <a:rPr b="1" lang="en-US" sz="1700">
                <a:solidFill>
                  <a:schemeClr val="lt1"/>
                </a:solidFill>
                <a:latin typeface="Times New Roman"/>
                <a:ea typeface="Times New Roman"/>
                <a:cs typeface="Times New Roman"/>
                <a:sym typeface="Times New Roman"/>
              </a:rPr>
              <a:t>2002</a:t>
            </a:r>
            <a:endParaRPr sz="1700">
              <a:solidFill>
                <a:schemeClr val="lt1"/>
              </a:solidFill>
              <a:latin typeface="Times New Roman"/>
              <a:ea typeface="Times New Roman"/>
              <a:cs typeface="Times New Roman"/>
              <a:sym typeface="Times New Roman"/>
            </a:endParaRPr>
          </a:p>
        </p:txBody>
      </p:sp>
      <p:sp>
        <p:nvSpPr>
          <p:cNvPr id="203" name="Google Shape;203;p5"/>
          <p:cNvSpPr txBox="1"/>
          <p:nvPr/>
        </p:nvSpPr>
        <p:spPr>
          <a:xfrm>
            <a:off x="2445756" y="2951268"/>
            <a:ext cx="4755000" cy="6858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i="1" lang="en-US" sz="1600">
                <a:solidFill>
                  <a:srgbClr val="FF0000"/>
                </a:solidFill>
                <a:latin typeface="Times New Roman"/>
                <a:ea typeface="Times New Roman"/>
                <a:cs typeface="Times New Roman"/>
                <a:sym typeface="Times New Roman"/>
              </a:rPr>
              <a:t>"Así era: potrero, ganado y mi agua saliendo libre hacia el caño grande."</a:t>
            </a:r>
            <a:endParaRPr sz="1600">
              <a:solidFill>
                <a:srgbClr val="FF0000"/>
              </a:solidFill>
              <a:latin typeface="Times New Roman"/>
              <a:ea typeface="Times New Roman"/>
              <a:cs typeface="Times New Roman"/>
              <a:sym typeface="Times New Roman"/>
            </a:endParaRPr>
          </a:p>
        </p:txBody>
      </p:sp>
      <p:sp>
        <p:nvSpPr>
          <p:cNvPr id="204" name="Google Shape;204;p5"/>
          <p:cNvSpPr txBox="1"/>
          <p:nvPr/>
        </p:nvSpPr>
        <p:spPr>
          <a:xfrm>
            <a:off x="1165596" y="3728508"/>
            <a:ext cx="12801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700"/>
              <a:buFont typeface="Times New Roman"/>
              <a:buNone/>
            </a:pPr>
            <a:r>
              <a:rPr b="1" lang="en-US" sz="1700">
                <a:solidFill>
                  <a:schemeClr val="lt1"/>
                </a:solidFill>
                <a:latin typeface="Times New Roman"/>
                <a:ea typeface="Times New Roman"/>
                <a:cs typeface="Times New Roman"/>
                <a:sym typeface="Times New Roman"/>
              </a:rPr>
              <a:t>2015</a:t>
            </a:r>
            <a:endParaRPr sz="1700">
              <a:solidFill>
                <a:schemeClr val="lt1"/>
              </a:solidFill>
              <a:latin typeface="Times New Roman"/>
              <a:ea typeface="Times New Roman"/>
              <a:cs typeface="Times New Roman"/>
              <a:sym typeface="Times New Roman"/>
            </a:endParaRPr>
          </a:p>
        </p:txBody>
      </p:sp>
      <p:sp>
        <p:nvSpPr>
          <p:cNvPr id="205" name="Google Shape;205;p5"/>
          <p:cNvSpPr txBox="1"/>
          <p:nvPr/>
        </p:nvSpPr>
        <p:spPr>
          <a:xfrm>
            <a:off x="2445756" y="3728508"/>
            <a:ext cx="4755000" cy="6858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FF9999"/>
              </a:buClr>
              <a:buSzPts val="1600"/>
              <a:buFont typeface="Times New Roman"/>
              <a:buNone/>
            </a:pPr>
            <a:r>
              <a:rPr i="1" lang="en-US" sz="1600">
                <a:solidFill>
                  <a:srgbClr val="FF0000"/>
                </a:solidFill>
                <a:latin typeface="Times New Roman"/>
                <a:ea typeface="Times New Roman"/>
                <a:cs typeface="Times New Roman"/>
                <a:sym typeface="Times New Roman"/>
              </a:rPr>
              <a:t>"Abrieron un camino justo a mi lado. Ahora pasan motos y carros por mi orilla."</a:t>
            </a:r>
            <a:endParaRPr sz="1600">
              <a:solidFill>
                <a:srgbClr val="FF0000"/>
              </a:solidFill>
              <a:latin typeface="Times New Roman"/>
              <a:ea typeface="Times New Roman"/>
              <a:cs typeface="Times New Roman"/>
              <a:sym typeface="Times New Roman"/>
            </a:endParaRPr>
          </a:p>
        </p:txBody>
      </p:sp>
      <p:sp>
        <p:nvSpPr>
          <p:cNvPr id="206" name="Google Shape;206;p5"/>
          <p:cNvSpPr txBox="1"/>
          <p:nvPr/>
        </p:nvSpPr>
        <p:spPr>
          <a:xfrm>
            <a:off x="1165596" y="4505748"/>
            <a:ext cx="12801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700"/>
              <a:buFont typeface="Times New Roman"/>
              <a:buNone/>
            </a:pPr>
            <a:r>
              <a:rPr b="1" lang="en-US" sz="1700">
                <a:solidFill>
                  <a:schemeClr val="lt1"/>
                </a:solidFill>
                <a:latin typeface="Times New Roman"/>
                <a:ea typeface="Times New Roman"/>
                <a:cs typeface="Times New Roman"/>
                <a:sym typeface="Times New Roman"/>
              </a:rPr>
              <a:t>2019</a:t>
            </a:r>
            <a:endParaRPr sz="1700">
              <a:solidFill>
                <a:schemeClr val="lt1"/>
              </a:solidFill>
              <a:latin typeface="Times New Roman"/>
              <a:ea typeface="Times New Roman"/>
              <a:cs typeface="Times New Roman"/>
              <a:sym typeface="Times New Roman"/>
            </a:endParaRPr>
          </a:p>
        </p:txBody>
      </p:sp>
      <p:sp>
        <p:nvSpPr>
          <p:cNvPr id="207" name="Google Shape;207;p5"/>
          <p:cNvSpPr txBox="1"/>
          <p:nvPr/>
        </p:nvSpPr>
        <p:spPr>
          <a:xfrm>
            <a:off x="2445756" y="4505748"/>
            <a:ext cx="4755000" cy="6858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FF9999"/>
              </a:buClr>
              <a:buSzPts val="1600"/>
              <a:buFont typeface="Times New Roman"/>
              <a:buNone/>
            </a:pPr>
            <a:r>
              <a:rPr i="1" lang="en-US" sz="1600">
                <a:solidFill>
                  <a:srgbClr val="FF0000"/>
                </a:solidFill>
                <a:latin typeface="Times New Roman"/>
                <a:ea typeface="Times New Roman"/>
                <a:cs typeface="Times New Roman"/>
                <a:sym typeface="Times New Roman"/>
              </a:rPr>
              <a:t>"Llegan más vecinos. El caminito por donde sale mi agua casi no se ve."</a:t>
            </a:r>
            <a:endParaRPr sz="1600">
              <a:solidFill>
                <a:srgbClr val="FF0000"/>
              </a:solidFill>
              <a:latin typeface="Times New Roman"/>
              <a:ea typeface="Times New Roman"/>
              <a:cs typeface="Times New Roman"/>
              <a:sym typeface="Times New Roman"/>
            </a:endParaRPr>
          </a:p>
        </p:txBody>
      </p:sp>
      <p:sp>
        <p:nvSpPr>
          <p:cNvPr id="208" name="Google Shape;208;p5"/>
          <p:cNvSpPr txBox="1"/>
          <p:nvPr/>
        </p:nvSpPr>
        <p:spPr>
          <a:xfrm>
            <a:off x="1165596" y="5282988"/>
            <a:ext cx="1280100" cy="54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700"/>
              <a:buFont typeface="Times New Roman"/>
              <a:buNone/>
            </a:pPr>
            <a:r>
              <a:rPr b="1" lang="en-US" sz="1700">
                <a:solidFill>
                  <a:schemeClr val="lt1"/>
                </a:solidFill>
                <a:latin typeface="Times New Roman"/>
                <a:ea typeface="Times New Roman"/>
                <a:cs typeface="Times New Roman"/>
                <a:sym typeface="Times New Roman"/>
              </a:rPr>
              <a:t>Reciente</a:t>
            </a:r>
            <a:endParaRPr sz="1700">
              <a:solidFill>
                <a:schemeClr val="lt1"/>
              </a:solidFill>
              <a:latin typeface="Times New Roman"/>
              <a:ea typeface="Times New Roman"/>
              <a:cs typeface="Times New Roman"/>
              <a:sym typeface="Times New Roman"/>
            </a:endParaRPr>
          </a:p>
        </p:txBody>
      </p:sp>
      <p:sp>
        <p:nvSpPr>
          <p:cNvPr id="209" name="Google Shape;209;p5"/>
          <p:cNvSpPr txBox="1"/>
          <p:nvPr/>
        </p:nvSpPr>
        <p:spPr>
          <a:xfrm>
            <a:off x="2445756" y="5282988"/>
            <a:ext cx="4755000" cy="6858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rgbClr val="FF9999"/>
              </a:buClr>
              <a:buSzPts val="1600"/>
              <a:buFont typeface="Times New Roman"/>
              <a:buNone/>
            </a:pPr>
            <a:r>
              <a:rPr i="1" lang="en-US" sz="1600">
                <a:solidFill>
                  <a:srgbClr val="FF0000"/>
                </a:solidFill>
                <a:latin typeface="Times New Roman"/>
                <a:ea typeface="Times New Roman"/>
                <a:cs typeface="Times New Roman"/>
                <a:sym typeface="Times New Roman"/>
              </a:rPr>
              <a:t>"Ahora vivo en el centro de un barrio. Y en 2026 llegaron más cambios que el satélite todavía no muestra."</a:t>
            </a:r>
            <a:endParaRPr sz="1600">
              <a:solidFill>
                <a:srgbClr val="FF0000"/>
              </a:solidFill>
              <a:latin typeface="Times New Roman"/>
              <a:ea typeface="Times New Roman"/>
              <a:cs typeface="Times New Roman"/>
              <a:sym typeface="Times New Roman"/>
            </a:endParaRPr>
          </a:p>
        </p:txBody>
      </p:sp>
      <p:sp>
        <p:nvSpPr>
          <p:cNvPr id="210" name="Google Shape;210;p5"/>
          <p:cNvSpPr/>
          <p:nvPr/>
        </p:nvSpPr>
        <p:spPr>
          <a:xfrm>
            <a:off x="7805612" y="3280303"/>
            <a:ext cx="3511200" cy="1089900"/>
          </a:xfrm>
          <a:prstGeom prst="roundRect">
            <a:avLst>
              <a:gd fmla="val 16667" name="adj"/>
            </a:avLst>
          </a:prstGeom>
          <a:solidFill>
            <a:srgbClr val="BF4F14"/>
          </a:solidFill>
          <a:ln cap="flat" cmpd="sng" w="19050">
            <a:solidFill>
              <a:srgbClr val="20461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just">
              <a:spcBef>
                <a:spcPts val="0"/>
              </a:spcBef>
              <a:spcAft>
                <a:spcPts val="0"/>
              </a:spcAft>
              <a:buNone/>
            </a:pPr>
            <a:r>
              <a:rPr lang="en-US" sz="1800">
                <a:solidFill>
                  <a:schemeClr val="lt1"/>
                </a:solidFill>
                <a:latin typeface="Times New Roman"/>
                <a:ea typeface="Times New Roman"/>
                <a:cs typeface="Times New Roman"/>
                <a:sym typeface="Times New Roman"/>
              </a:rPr>
              <a:t>Los años se ubican en botones interactivos que despliegan el texto que </a:t>
            </a:r>
            <a:r>
              <a:rPr lang="en-US" sz="1800">
                <a:solidFill>
                  <a:schemeClr val="lt1"/>
                </a:solidFill>
                <a:latin typeface="Times New Roman"/>
                <a:ea typeface="Times New Roman"/>
                <a:cs typeface="Times New Roman"/>
                <a:sym typeface="Times New Roman"/>
              </a:rPr>
              <a:t>está</a:t>
            </a:r>
            <a:r>
              <a:rPr lang="en-US" sz="1800">
                <a:solidFill>
                  <a:schemeClr val="lt1"/>
                </a:solidFill>
                <a:latin typeface="Times New Roman"/>
                <a:ea typeface="Times New Roman"/>
                <a:cs typeface="Times New Roman"/>
                <a:sym typeface="Times New Roman"/>
              </a:rPr>
              <a:t> en color rojo cursiva</a:t>
            </a:r>
            <a:endParaRPr/>
          </a:p>
        </p:txBody>
      </p:sp>
      <p:sp>
        <p:nvSpPr>
          <p:cNvPr id="211" name="Google Shape;211;p5"/>
          <p:cNvSpPr/>
          <p:nvPr/>
        </p:nvSpPr>
        <p:spPr>
          <a:xfrm>
            <a:off x="11472621" y="135124"/>
            <a:ext cx="566057" cy="389433"/>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2" name="Google Shape;212;p5"/>
          <p:cNvSpPr/>
          <p:nvPr/>
        </p:nvSpPr>
        <p:spPr>
          <a:xfrm rot="10800000">
            <a:off x="11472620" y="6333443"/>
            <a:ext cx="566057" cy="389433"/>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13" name="Google Shape;213;p5"/>
          <p:cNvSpPr txBox="1"/>
          <p:nvPr/>
        </p:nvSpPr>
        <p:spPr>
          <a:xfrm>
            <a:off x="9177119" y="6420896"/>
            <a:ext cx="4105800" cy="1005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i="1" lang="en-US" sz="1500">
                <a:solidFill>
                  <a:schemeClr val="dk1"/>
                </a:solidFill>
                <a:latin typeface="Times New Roman"/>
                <a:ea typeface="Times New Roman"/>
                <a:cs typeface="Times New Roman"/>
                <a:sym typeface="Times New Roman"/>
              </a:rPr>
              <a:t>Botón interactivo para bajar</a:t>
            </a:r>
            <a:endParaRPr i="1" sz="1500">
              <a:solidFill>
                <a:schemeClr val="dk1"/>
              </a:solidFill>
              <a:latin typeface="Times New Roman"/>
              <a:ea typeface="Times New Roman"/>
              <a:cs typeface="Times New Roman"/>
              <a:sym typeface="Times New Roman"/>
            </a:endParaRPr>
          </a:p>
        </p:txBody>
      </p:sp>
      <p:sp>
        <p:nvSpPr>
          <p:cNvPr id="214" name="Google Shape;214;p5"/>
          <p:cNvSpPr txBox="1"/>
          <p:nvPr/>
        </p:nvSpPr>
        <p:spPr>
          <a:xfrm>
            <a:off x="9247166" y="98327"/>
            <a:ext cx="4105800" cy="1005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i="1" lang="en-US" sz="1500">
                <a:solidFill>
                  <a:schemeClr val="dk1"/>
                </a:solidFill>
                <a:latin typeface="Times New Roman"/>
                <a:ea typeface="Times New Roman"/>
                <a:cs typeface="Times New Roman"/>
                <a:sym typeface="Times New Roman"/>
              </a:rPr>
              <a:t>Botón interactivo para subir</a:t>
            </a:r>
            <a:endParaRPr i="1" sz="1500">
              <a:solidFill>
                <a:schemeClr val="dk1"/>
              </a:solidFill>
              <a:latin typeface="Times New Roman"/>
              <a:ea typeface="Times New Roman"/>
              <a:cs typeface="Times New Roman"/>
              <a:sym typeface="Times New Roman"/>
            </a:endParaRPr>
          </a:p>
        </p:txBody>
      </p:sp>
      <p:sp>
        <p:nvSpPr>
          <p:cNvPr id="215" name="Google Shape;215;p5"/>
          <p:cNvSpPr txBox="1"/>
          <p:nvPr/>
        </p:nvSpPr>
        <p:spPr>
          <a:xfrm>
            <a:off x="799000" y="2243525"/>
            <a:ext cx="1646700" cy="1005900"/>
          </a:xfrm>
          <a:prstGeom prst="rect">
            <a:avLst/>
          </a:prstGeom>
          <a:noFill/>
          <a:ln>
            <a:noFill/>
          </a:ln>
        </p:spPr>
        <p:txBody>
          <a:bodyPr anchorCtr="0" anchor="t" bIns="0" lIns="0" spcFirstLastPara="1" rIns="0" wrap="square" tIns="0">
            <a:noAutofit/>
          </a:bodyPr>
          <a:lstStyle/>
          <a:p>
            <a:pPr indent="0" lvl="0" marL="0" rtl="0" algn="just">
              <a:spcBef>
                <a:spcPts val="0"/>
              </a:spcBef>
              <a:spcAft>
                <a:spcPts val="0"/>
              </a:spcAft>
              <a:buClr>
                <a:schemeClr val="dk1"/>
              </a:buClr>
              <a:buFont typeface="Arial"/>
              <a:buNone/>
            </a:pPr>
            <a:r>
              <a:rPr i="1" lang="en-US" sz="1500">
                <a:solidFill>
                  <a:schemeClr val="dk1"/>
                </a:solidFill>
                <a:latin typeface="Times New Roman"/>
                <a:ea typeface="Times New Roman"/>
                <a:cs typeface="Times New Roman"/>
                <a:sym typeface="Times New Roman"/>
              </a:rPr>
              <a:t>Botones interactivos desplegables</a:t>
            </a:r>
            <a:endParaRPr i="1" sz="15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i="1" sz="15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6"/>
          <p:cNvSpPr txBox="1"/>
          <p:nvPr/>
        </p:nvSpPr>
        <p:spPr>
          <a:xfrm>
            <a:off x="133925" y="135124"/>
            <a:ext cx="51816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ESCENA 4</a:t>
            </a:r>
            <a:endParaRPr sz="1800">
              <a:solidFill>
                <a:schemeClr val="dk1"/>
              </a:solidFill>
              <a:latin typeface="Times New Roman"/>
              <a:ea typeface="Times New Roman"/>
              <a:cs typeface="Times New Roman"/>
              <a:sym typeface="Times New Roman"/>
            </a:endParaRPr>
          </a:p>
        </p:txBody>
      </p:sp>
      <p:sp>
        <p:nvSpPr>
          <p:cNvPr id="222" name="Google Shape;222;p6"/>
          <p:cNvSpPr/>
          <p:nvPr/>
        </p:nvSpPr>
        <p:spPr>
          <a:xfrm>
            <a:off x="532025" y="1151550"/>
            <a:ext cx="106125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3400"/>
              <a:buFont typeface="Times New Roman"/>
              <a:buNone/>
            </a:pPr>
            <a:r>
              <a:rPr b="1" lang="en-US" sz="3400">
                <a:solidFill>
                  <a:schemeClr val="dk1"/>
                </a:solidFill>
                <a:latin typeface="Times New Roman"/>
                <a:ea typeface="Times New Roman"/>
                <a:cs typeface="Times New Roman"/>
                <a:sym typeface="Times New Roman"/>
              </a:rPr>
              <a:t>Ahora llegó El Niño</a:t>
            </a:r>
            <a:endParaRPr b="1"/>
          </a:p>
        </p:txBody>
      </p:sp>
      <p:sp>
        <p:nvSpPr>
          <p:cNvPr id="223" name="Google Shape;223;p6"/>
          <p:cNvSpPr txBox="1"/>
          <p:nvPr/>
        </p:nvSpPr>
        <p:spPr>
          <a:xfrm>
            <a:off x="2248300" y="2028725"/>
            <a:ext cx="3165900" cy="27432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lang="en-US" sz="1400">
                <a:solidFill>
                  <a:schemeClr val="dk1"/>
                </a:solidFill>
                <a:latin typeface="Times New Roman"/>
                <a:ea typeface="Times New Roman"/>
                <a:cs typeface="Times New Roman"/>
                <a:sym typeface="Times New Roman"/>
              </a:rPr>
              <a:t>El Niño ocurre cuando el océano Pacífico se calienta más de lo normal y cambia el camino de las lluvias. El Gobierno nacional confirmó su llegada en 2026. En Colombia significa menos lluvia, más calor y menos agua disponible.</a:t>
            </a:r>
            <a:endParaRPr/>
          </a:p>
          <a:p>
            <a:pPr indent="0" lvl="0" marL="0" marR="0" rtl="0" algn="just">
              <a:spcBef>
                <a:spcPts val="1000"/>
              </a:spcBef>
              <a:spcAft>
                <a:spcPts val="0"/>
              </a:spcAft>
              <a:buNone/>
            </a:pPr>
            <a:r>
              <a:rPr lang="en-US" sz="1400">
                <a:solidFill>
                  <a:schemeClr val="dk1"/>
                </a:solidFill>
                <a:latin typeface="Times New Roman"/>
                <a:ea typeface="Times New Roman"/>
                <a:cs typeface="Times New Roman"/>
                <a:sym typeface="Times New Roman"/>
              </a:rPr>
              <a:t>Para mi morichal, eso quiere decir que la esponja se llena menos y se seca más rápido. Y como se encuentra rodeado de  calles y casas, eso lo hace más frágil, así que tu ayuda es fundamental para </a:t>
            </a:r>
            <a:r>
              <a:rPr lang="en-US">
                <a:solidFill>
                  <a:schemeClr val="dk1"/>
                </a:solidFill>
                <a:latin typeface="Times New Roman"/>
                <a:ea typeface="Times New Roman"/>
                <a:cs typeface="Times New Roman"/>
                <a:sym typeface="Times New Roman"/>
              </a:rPr>
              <a:t>protegerlo</a:t>
            </a:r>
            <a:r>
              <a:rPr lang="en-US" sz="1400">
                <a:solidFill>
                  <a:schemeClr val="dk1"/>
                </a:solidFill>
                <a:latin typeface="Times New Roman"/>
                <a:ea typeface="Times New Roman"/>
                <a:cs typeface="Times New Roman"/>
                <a:sym typeface="Times New Roman"/>
              </a:rPr>
              <a:t> y así protegernos todos (Mientras van apareciendo también hay voz en off)</a:t>
            </a:r>
            <a:endParaRPr/>
          </a:p>
        </p:txBody>
      </p:sp>
      <p:sp>
        <p:nvSpPr>
          <p:cNvPr id="224" name="Google Shape;224;p6"/>
          <p:cNvSpPr txBox="1"/>
          <p:nvPr/>
        </p:nvSpPr>
        <p:spPr>
          <a:xfrm>
            <a:off x="532025" y="5276175"/>
            <a:ext cx="4882200" cy="10974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chemeClr val="dk1"/>
              </a:buClr>
              <a:buSzPts val="1900"/>
              <a:buFont typeface="Times New Roman"/>
              <a:buNone/>
            </a:pPr>
            <a:r>
              <a:rPr i="1" lang="en-US" sz="1700">
                <a:solidFill>
                  <a:schemeClr val="dk1"/>
                </a:solidFill>
                <a:latin typeface="Times New Roman"/>
                <a:ea typeface="Times New Roman"/>
                <a:cs typeface="Times New Roman"/>
                <a:sym typeface="Times New Roman"/>
              </a:rPr>
              <a:t>"Mi casa ya estaba rodeada. Ahora llega El Niño. Por eso cuidar lo que queda importa más que nunca."</a:t>
            </a:r>
            <a:endParaRPr sz="1700">
              <a:solidFill>
                <a:schemeClr val="dk1"/>
              </a:solidFill>
              <a:latin typeface="Times New Roman"/>
              <a:ea typeface="Times New Roman"/>
              <a:cs typeface="Times New Roman"/>
              <a:sym typeface="Times New Roman"/>
            </a:endParaRPr>
          </a:p>
        </p:txBody>
      </p:sp>
      <p:sp>
        <p:nvSpPr>
          <p:cNvPr id="225" name="Google Shape;225;p6"/>
          <p:cNvSpPr txBox="1"/>
          <p:nvPr/>
        </p:nvSpPr>
        <p:spPr>
          <a:xfrm>
            <a:off x="7856425" y="1906825"/>
            <a:ext cx="2780100" cy="1005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chemeClr val="dk1"/>
              </a:buClr>
              <a:buSzPts val="1700"/>
              <a:buFont typeface="Times New Roman"/>
              <a:buNone/>
            </a:pPr>
            <a:r>
              <a:rPr b="1" lang="en-US" sz="1600">
                <a:solidFill>
                  <a:schemeClr val="dk1"/>
                </a:solidFill>
                <a:latin typeface="Times New Roman"/>
                <a:ea typeface="Times New Roman"/>
                <a:cs typeface="Times New Roman"/>
                <a:sym typeface="Times New Roman"/>
              </a:rPr>
              <a:t>Llueve menos</a:t>
            </a:r>
            <a:endParaRPr sz="1500">
              <a:solidFill>
                <a:schemeClr val="dk1"/>
              </a:solidFill>
              <a:latin typeface="Times New Roman"/>
              <a:ea typeface="Times New Roman"/>
              <a:cs typeface="Times New Roman"/>
              <a:sym typeface="Times New Roman"/>
            </a:endParaRPr>
          </a:p>
          <a:p>
            <a:pPr indent="0" lvl="0" marL="0" marR="0" rtl="0" algn="just">
              <a:spcBef>
                <a:spcPts val="400"/>
              </a:spcBef>
              <a:spcAft>
                <a:spcPts val="0"/>
              </a:spcAft>
              <a:buClr>
                <a:srgbClr val="FF0000"/>
              </a:buClr>
              <a:buSzPts val="1500"/>
              <a:buFont typeface="Times New Roman"/>
              <a:buNone/>
            </a:pPr>
            <a:r>
              <a:rPr i="1" lang="en-US">
                <a:solidFill>
                  <a:srgbClr val="FF0000"/>
                </a:solidFill>
                <a:latin typeface="Times New Roman"/>
                <a:ea typeface="Times New Roman"/>
                <a:cs typeface="Times New Roman"/>
                <a:sym typeface="Times New Roman"/>
              </a:rPr>
              <a:t>La esponja del morichal se recarga menos durante el año.</a:t>
            </a:r>
            <a:endParaRPr i="1" sz="1500">
              <a:solidFill>
                <a:srgbClr val="FF0000"/>
              </a:solidFill>
              <a:latin typeface="Times New Roman"/>
              <a:ea typeface="Times New Roman"/>
              <a:cs typeface="Times New Roman"/>
              <a:sym typeface="Times New Roman"/>
            </a:endParaRPr>
          </a:p>
        </p:txBody>
      </p:sp>
      <p:sp>
        <p:nvSpPr>
          <p:cNvPr id="226" name="Google Shape;226;p6"/>
          <p:cNvSpPr txBox="1"/>
          <p:nvPr/>
        </p:nvSpPr>
        <p:spPr>
          <a:xfrm>
            <a:off x="7856425" y="3141250"/>
            <a:ext cx="2580600" cy="1005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chemeClr val="dk1"/>
              </a:buClr>
              <a:buSzPts val="1700"/>
              <a:buFont typeface="Times New Roman"/>
              <a:buNone/>
            </a:pPr>
            <a:r>
              <a:rPr b="1" lang="en-US" sz="1600">
                <a:solidFill>
                  <a:schemeClr val="dk1"/>
                </a:solidFill>
                <a:latin typeface="Times New Roman"/>
                <a:ea typeface="Times New Roman"/>
                <a:cs typeface="Times New Roman"/>
                <a:sym typeface="Times New Roman"/>
              </a:rPr>
              <a:t>Hace más calor</a:t>
            </a:r>
            <a:endParaRPr sz="1500">
              <a:solidFill>
                <a:schemeClr val="dk1"/>
              </a:solidFill>
              <a:latin typeface="Times New Roman"/>
              <a:ea typeface="Times New Roman"/>
              <a:cs typeface="Times New Roman"/>
              <a:sym typeface="Times New Roman"/>
            </a:endParaRPr>
          </a:p>
          <a:p>
            <a:pPr indent="0" lvl="0" marL="0" marR="0" rtl="0" algn="just">
              <a:spcBef>
                <a:spcPts val="400"/>
              </a:spcBef>
              <a:spcAft>
                <a:spcPts val="0"/>
              </a:spcAft>
              <a:buClr>
                <a:srgbClr val="FF0000"/>
              </a:buClr>
              <a:buSzPts val="1500"/>
              <a:buFont typeface="Times New Roman"/>
              <a:buNone/>
            </a:pPr>
            <a:r>
              <a:rPr i="1" lang="en-US">
                <a:solidFill>
                  <a:srgbClr val="FF0000"/>
                </a:solidFill>
                <a:latin typeface="Times New Roman"/>
                <a:ea typeface="Times New Roman"/>
                <a:cs typeface="Times New Roman"/>
                <a:sym typeface="Times New Roman"/>
              </a:rPr>
              <a:t>El agua que queda se evapora más rápido y se calienta.</a:t>
            </a:r>
            <a:endParaRPr i="1" sz="1500">
              <a:solidFill>
                <a:srgbClr val="FF0000"/>
              </a:solidFill>
              <a:latin typeface="Times New Roman"/>
              <a:ea typeface="Times New Roman"/>
              <a:cs typeface="Times New Roman"/>
              <a:sym typeface="Times New Roman"/>
            </a:endParaRPr>
          </a:p>
        </p:txBody>
      </p:sp>
      <p:sp>
        <p:nvSpPr>
          <p:cNvPr id="227" name="Google Shape;227;p6"/>
          <p:cNvSpPr txBox="1"/>
          <p:nvPr/>
        </p:nvSpPr>
        <p:spPr>
          <a:xfrm>
            <a:off x="7856425" y="4375700"/>
            <a:ext cx="2580600" cy="1005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b="1" lang="en-US" sz="1600">
                <a:solidFill>
                  <a:schemeClr val="dk1"/>
                </a:solidFill>
                <a:latin typeface="Times New Roman"/>
                <a:ea typeface="Times New Roman"/>
                <a:cs typeface="Times New Roman"/>
                <a:sym typeface="Times New Roman"/>
              </a:rPr>
              <a:t>El caño lleva menos agua</a:t>
            </a:r>
            <a:endParaRPr sz="1500">
              <a:solidFill>
                <a:schemeClr val="dk1"/>
              </a:solidFill>
              <a:latin typeface="Times New Roman"/>
              <a:ea typeface="Times New Roman"/>
              <a:cs typeface="Times New Roman"/>
              <a:sym typeface="Times New Roman"/>
            </a:endParaRPr>
          </a:p>
          <a:p>
            <a:pPr indent="0" lvl="0" marL="0" marR="0" rtl="0" algn="just">
              <a:spcBef>
                <a:spcPts val="400"/>
              </a:spcBef>
              <a:spcAft>
                <a:spcPts val="0"/>
              </a:spcAft>
              <a:buNone/>
            </a:pPr>
            <a:r>
              <a:rPr i="1" lang="en-US">
                <a:solidFill>
                  <a:srgbClr val="FF0000"/>
                </a:solidFill>
                <a:latin typeface="Times New Roman"/>
                <a:ea typeface="Times New Roman"/>
                <a:cs typeface="Times New Roman"/>
                <a:sym typeface="Times New Roman"/>
              </a:rPr>
              <a:t>Lo que nace aquí cada vez es más </a:t>
            </a:r>
            <a:r>
              <a:rPr i="1" lang="en-US">
                <a:solidFill>
                  <a:srgbClr val="FF0000"/>
                </a:solidFill>
                <a:latin typeface="Times New Roman"/>
                <a:ea typeface="Times New Roman"/>
                <a:cs typeface="Times New Roman"/>
                <a:sym typeface="Times New Roman"/>
              </a:rPr>
              <a:t>débil</a:t>
            </a:r>
            <a:r>
              <a:rPr i="1" lang="en-US">
                <a:solidFill>
                  <a:srgbClr val="FF0000"/>
                </a:solidFill>
                <a:latin typeface="Times New Roman"/>
                <a:ea typeface="Times New Roman"/>
                <a:cs typeface="Times New Roman"/>
                <a:sym typeface="Times New Roman"/>
              </a:rPr>
              <a:t>... va desapareciendo... los animales tienen menos donde beber y donde vivir y tu </a:t>
            </a:r>
            <a:r>
              <a:rPr i="1" lang="en-US">
                <a:solidFill>
                  <a:srgbClr val="FF0000"/>
                </a:solidFill>
                <a:latin typeface="Times New Roman"/>
                <a:ea typeface="Times New Roman"/>
                <a:cs typeface="Times New Roman"/>
                <a:sym typeface="Times New Roman"/>
              </a:rPr>
              <a:t>hábitat</a:t>
            </a:r>
            <a:r>
              <a:rPr i="1" lang="en-US">
                <a:solidFill>
                  <a:srgbClr val="FF0000"/>
                </a:solidFill>
                <a:latin typeface="Times New Roman"/>
                <a:ea typeface="Times New Roman"/>
                <a:cs typeface="Times New Roman"/>
                <a:sym typeface="Times New Roman"/>
              </a:rPr>
              <a:t> también </a:t>
            </a:r>
            <a:r>
              <a:rPr i="1" lang="en-US">
                <a:solidFill>
                  <a:srgbClr val="FF0000"/>
                </a:solidFill>
                <a:latin typeface="Times New Roman"/>
                <a:ea typeface="Times New Roman"/>
                <a:cs typeface="Times New Roman"/>
                <a:sym typeface="Times New Roman"/>
              </a:rPr>
              <a:t>está</a:t>
            </a:r>
            <a:r>
              <a:rPr i="1" lang="en-US">
                <a:solidFill>
                  <a:srgbClr val="FF0000"/>
                </a:solidFill>
                <a:latin typeface="Times New Roman"/>
                <a:ea typeface="Times New Roman"/>
                <a:cs typeface="Times New Roman"/>
                <a:sym typeface="Times New Roman"/>
              </a:rPr>
              <a:t> afectado.</a:t>
            </a:r>
            <a:endParaRPr i="1" sz="1500">
              <a:solidFill>
                <a:srgbClr val="FF0000"/>
              </a:solidFill>
              <a:latin typeface="Times New Roman"/>
              <a:ea typeface="Times New Roman"/>
              <a:cs typeface="Times New Roman"/>
              <a:sym typeface="Times New Roman"/>
            </a:endParaRPr>
          </a:p>
        </p:txBody>
      </p:sp>
      <p:sp>
        <p:nvSpPr>
          <p:cNvPr id="228" name="Google Shape;228;p6"/>
          <p:cNvSpPr/>
          <p:nvPr/>
        </p:nvSpPr>
        <p:spPr>
          <a:xfrm>
            <a:off x="7198362" y="1981390"/>
            <a:ext cx="497400" cy="540300"/>
          </a:xfrm>
          <a:prstGeom prst="ellipse">
            <a:avLst/>
          </a:prstGeom>
          <a:solidFill>
            <a:srgbClr val="0070C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1</a:t>
            </a:r>
            <a:endParaRPr/>
          </a:p>
        </p:txBody>
      </p:sp>
      <p:sp>
        <p:nvSpPr>
          <p:cNvPr id="229" name="Google Shape;229;p6"/>
          <p:cNvSpPr/>
          <p:nvPr/>
        </p:nvSpPr>
        <p:spPr>
          <a:xfrm>
            <a:off x="7198362" y="3141253"/>
            <a:ext cx="497400" cy="540300"/>
          </a:xfrm>
          <a:prstGeom prst="ellipse">
            <a:avLst/>
          </a:prstGeom>
          <a:solidFill>
            <a:srgbClr val="0070C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2</a:t>
            </a:r>
            <a:endParaRPr/>
          </a:p>
        </p:txBody>
      </p:sp>
      <p:sp>
        <p:nvSpPr>
          <p:cNvPr id="230" name="Google Shape;230;p6"/>
          <p:cNvSpPr/>
          <p:nvPr/>
        </p:nvSpPr>
        <p:spPr>
          <a:xfrm>
            <a:off x="7198362" y="4688562"/>
            <a:ext cx="497400" cy="540300"/>
          </a:xfrm>
          <a:prstGeom prst="ellipse">
            <a:avLst/>
          </a:prstGeom>
          <a:solidFill>
            <a:srgbClr val="0070C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3</a:t>
            </a:r>
            <a:endParaRPr/>
          </a:p>
        </p:txBody>
      </p:sp>
      <p:sp>
        <p:nvSpPr>
          <p:cNvPr id="231" name="Google Shape;231;p6"/>
          <p:cNvSpPr/>
          <p:nvPr/>
        </p:nvSpPr>
        <p:spPr>
          <a:xfrm>
            <a:off x="11472621" y="135124"/>
            <a:ext cx="566057" cy="389433"/>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32" name="Google Shape;232;p6"/>
          <p:cNvSpPr/>
          <p:nvPr/>
        </p:nvSpPr>
        <p:spPr>
          <a:xfrm rot="10800000">
            <a:off x="11472620" y="6333443"/>
            <a:ext cx="566057" cy="389433"/>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pic>
        <p:nvPicPr>
          <p:cNvPr id="233" name="Google Shape;233;p6"/>
          <p:cNvPicPr preferRelativeResize="0"/>
          <p:nvPr/>
        </p:nvPicPr>
        <p:blipFill>
          <a:blip r:embed="rId3">
            <a:alphaModFix/>
          </a:blip>
          <a:stretch>
            <a:fillRect/>
          </a:stretch>
        </p:blipFill>
        <p:spPr>
          <a:xfrm flipH="1">
            <a:off x="216150" y="2530050"/>
            <a:ext cx="1894625" cy="1876975"/>
          </a:xfrm>
          <a:prstGeom prst="rect">
            <a:avLst/>
          </a:prstGeom>
          <a:noFill/>
          <a:ln>
            <a:noFill/>
          </a:ln>
        </p:spPr>
      </p:pic>
      <p:sp>
        <p:nvSpPr>
          <p:cNvPr id="234" name="Google Shape;234;p6"/>
          <p:cNvSpPr txBox="1"/>
          <p:nvPr/>
        </p:nvSpPr>
        <p:spPr>
          <a:xfrm>
            <a:off x="6357444" y="1626516"/>
            <a:ext cx="1338300" cy="1005900"/>
          </a:xfrm>
          <a:prstGeom prst="rect">
            <a:avLst/>
          </a:prstGeom>
          <a:noFill/>
          <a:ln>
            <a:noFill/>
          </a:ln>
        </p:spPr>
        <p:txBody>
          <a:bodyPr anchorCtr="0" anchor="t" bIns="0" lIns="0" spcFirstLastPara="1" rIns="0" wrap="square" tIns="0">
            <a:noAutofit/>
          </a:bodyPr>
          <a:lstStyle/>
          <a:p>
            <a:pPr indent="0" lvl="0" marL="0" rtl="0" algn="just">
              <a:spcBef>
                <a:spcPts val="0"/>
              </a:spcBef>
              <a:spcAft>
                <a:spcPts val="0"/>
              </a:spcAft>
              <a:buClr>
                <a:schemeClr val="dk1"/>
              </a:buClr>
              <a:buFont typeface="Arial"/>
              <a:buNone/>
            </a:pPr>
            <a:r>
              <a:rPr i="1" lang="en-US" sz="1500">
                <a:solidFill>
                  <a:schemeClr val="dk1"/>
                </a:solidFill>
                <a:latin typeface="Times New Roman"/>
                <a:ea typeface="Times New Roman"/>
                <a:cs typeface="Times New Roman"/>
                <a:sym typeface="Times New Roman"/>
              </a:rPr>
              <a:t>Bóton interactivo desplegable</a:t>
            </a:r>
            <a:endParaRPr i="1" sz="15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i="1" sz="1500">
              <a:solidFill>
                <a:schemeClr val="dk1"/>
              </a:solidFill>
              <a:latin typeface="Times New Roman"/>
              <a:ea typeface="Times New Roman"/>
              <a:cs typeface="Times New Roman"/>
              <a:sym typeface="Times New Roman"/>
            </a:endParaRPr>
          </a:p>
        </p:txBody>
      </p:sp>
      <p:sp>
        <p:nvSpPr>
          <p:cNvPr id="235" name="Google Shape;235;p6"/>
          <p:cNvSpPr txBox="1"/>
          <p:nvPr/>
        </p:nvSpPr>
        <p:spPr>
          <a:xfrm>
            <a:off x="6339473" y="2814097"/>
            <a:ext cx="1338300" cy="1005900"/>
          </a:xfrm>
          <a:prstGeom prst="rect">
            <a:avLst/>
          </a:prstGeom>
          <a:noFill/>
          <a:ln>
            <a:noFill/>
          </a:ln>
        </p:spPr>
        <p:txBody>
          <a:bodyPr anchorCtr="0" anchor="t" bIns="0" lIns="0" spcFirstLastPara="1" rIns="0" wrap="square" tIns="0">
            <a:noAutofit/>
          </a:bodyPr>
          <a:lstStyle/>
          <a:p>
            <a:pPr indent="0" lvl="0" marL="0" rtl="0" algn="just">
              <a:spcBef>
                <a:spcPts val="0"/>
              </a:spcBef>
              <a:spcAft>
                <a:spcPts val="0"/>
              </a:spcAft>
              <a:buClr>
                <a:schemeClr val="dk1"/>
              </a:buClr>
              <a:buFont typeface="Arial"/>
              <a:buNone/>
            </a:pPr>
            <a:r>
              <a:rPr i="1" lang="en-US" sz="1500">
                <a:solidFill>
                  <a:schemeClr val="dk1"/>
                </a:solidFill>
                <a:latin typeface="Times New Roman"/>
                <a:ea typeface="Times New Roman"/>
                <a:cs typeface="Times New Roman"/>
                <a:sym typeface="Times New Roman"/>
              </a:rPr>
              <a:t>Bóton interactivo desplegable</a:t>
            </a:r>
            <a:endParaRPr i="1" sz="15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i="1" sz="1500">
              <a:solidFill>
                <a:schemeClr val="dk1"/>
              </a:solidFill>
              <a:latin typeface="Times New Roman"/>
              <a:ea typeface="Times New Roman"/>
              <a:cs typeface="Times New Roman"/>
              <a:sym typeface="Times New Roman"/>
            </a:endParaRPr>
          </a:p>
        </p:txBody>
      </p:sp>
      <p:sp>
        <p:nvSpPr>
          <p:cNvPr id="236" name="Google Shape;236;p6"/>
          <p:cNvSpPr txBox="1"/>
          <p:nvPr/>
        </p:nvSpPr>
        <p:spPr>
          <a:xfrm>
            <a:off x="6357444" y="4283119"/>
            <a:ext cx="1338300" cy="1005900"/>
          </a:xfrm>
          <a:prstGeom prst="rect">
            <a:avLst/>
          </a:prstGeom>
          <a:noFill/>
          <a:ln>
            <a:noFill/>
          </a:ln>
        </p:spPr>
        <p:txBody>
          <a:bodyPr anchorCtr="0" anchor="t" bIns="0" lIns="0" spcFirstLastPara="1" rIns="0" wrap="square" tIns="0">
            <a:noAutofit/>
          </a:bodyPr>
          <a:lstStyle/>
          <a:p>
            <a:pPr indent="0" lvl="0" marL="0" rtl="0" algn="just">
              <a:spcBef>
                <a:spcPts val="0"/>
              </a:spcBef>
              <a:spcAft>
                <a:spcPts val="0"/>
              </a:spcAft>
              <a:buClr>
                <a:schemeClr val="dk1"/>
              </a:buClr>
              <a:buFont typeface="Arial"/>
              <a:buNone/>
            </a:pPr>
            <a:r>
              <a:rPr i="1" lang="en-US" sz="1500">
                <a:solidFill>
                  <a:schemeClr val="dk1"/>
                </a:solidFill>
                <a:latin typeface="Times New Roman"/>
                <a:ea typeface="Times New Roman"/>
                <a:cs typeface="Times New Roman"/>
                <a:sym typeface="Times New Roman"/>
              </a:rPr>
              <a:t>Bóton interactivo desplegable</a:t>
            </a:r>
            <a:endParaRPr i="1" sz="1500">
              <a:solidFill>
                <a:schemeClr val="dk1"/>
              </a:solidFill>
              <a:latin typeface="Times New Roman"/>
              <a:ea typeface="Times New Roman"/>
              <a:cs typeface="Times New Roman"/>
              <a:sym typeface="Times New Roman"/>
            </a:endParaRPr>
          </a:p>
          <a:p>
            <a:pPr indent="0" lvl="0" marL="0" marR="0" rtl="0" algn="just">
              <a:spcBef>
                <a:spcPts val="0"/>
              </a:spcBef>
              <a:spcAft>
                <a:spcPts val="0"/>
              </a:spcAft>
              <a:buNone/>
            </a:pPr>
            <a:r>
              <a:t/>
            </a:r>
            <a:endParaRPr i="1" sz="1500">
              <a:solidFill>
                <a:schemeClr val="dk1"/>
              </a:solidFill>
              <a:latin typeface="Times New Roman"/>
              <a:ea typeface="Times New Roman"/>
              <a:cs typeface="Times New Roman"/>
              <a:sym typeface="Times New Roman"/>
            </a:endParaRPr>
          </a:p>
        </p:txBody>
      </p:sp>
      <p:sp>
        <p:nvSpPr>
          <p:cNvPr id="237" name="Google Shape;237;p6"/>
          <p:cNvSpPr txBox="1"/>
          <p:nvPr/>
        </p:nvSpPr>
        <p:spPr>
          <a:xfrm>
            <a:off x="9177119" y="6420896"/>
            <a:ext cx="4105800" cy="1005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i="1" lang="en-US" sz="1500">
                <a:solidFill>
                  <a:schemeClr val="dk1"/>
                </a:solidFill>
                <a:latin typeface="Times New Roman"/>
                <a:ea typeface="Times New Roman"/>
                <a:cs typeface="Times New Roman"/>
                <a:sym typeface="Times New Roman"/>
              </a:rPr>
              <a:t>Botón interactivo para bajar</a:t>
            </a:r>
            <a:endParaRPr i="1" sz="1500">
              <a:solidFill>
                <a:schemeClr val="dk1"/>
              </a:solidFill>
              <a:latin typeface="Times New Roman"/>
              <a:ea typeface="Times New Roman"/>
              <a:cs typeface="Times New Roman"/>
              <a:sym typeface="Times New Roman"/>
            </a:endParaRPr>
          </a:p>
        </p:txBody>
      </p:sp>
      <p:sp>
        <p:nvSpPr>
          <p:cNvPr id="238" name="Google Shape;238;p6"/>
          <p:cNvSpPr txBox="1"/>
          <p:nvPr/>
        </p:nvSpPr>
        <p:spPr>
          <a:xfrm>
            <a:off x="9247166" y="98327"/>
            <a:ext cx="4105800" cy="1005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i="1" lang="en-US" sz="1500">
                <a:solidFill>
                  <a:schemeClr val="dk1"/>
                </a:solidFill>
                <a:latin typeface="Times New Roman"/>
                <a:ea typeface="Times New Roman"/>
                <a:cs typeface="Times New Roman"/>
                <a:sym typeface="Times New Roman"/>
              </a:rPr>
              <a:t>Botón interactivo para subir</a:t>
            </a:r>
            <a:endParaRPr i="1" sz="1500">
              <a:solidFill>
                <a:schemeClr val="dk1"/>
              </a:solidFill>
              <a:latin typeface="Times New Roman"/>
              <a:ea typeface="Times New Roman"/>
              <a:cs typeface="Times New Roman"/>
              <a:sym typeface="Times New Roman"/>
            </a:endParaRPr>
          </a:p>
        </p:txBody>
      </p:sp>
      <p:pic>
        <p:nvPicPr>
          <p:cNvPr id="239" name="Google Shape;239;p6"/>
          <p:cNvPicPr preferRelativeResize="0"/>
          <p:nvPr/>
        </p:nvPicPr>
        <p:blipFill>
          <a:blip r:embed="rId4">
            <a:alphaModFix/>
          </a:blip>
          <a:stretch>
            <a:fillRect/>
          </a:stretch>
        </p:blipFill>
        <p:spPr>
          <a:xfrm>
            <a:off x="10592025" y="1702850"/>
            <a:ext cx="1093949" cy="1097400"/>
          </a:xfrm>
          <a:prstGeom prst="rect">
            <a:avLst/>
          </a:prstGeom>
          <a:noFill/>
          <a:ln>
            <a:noFill/>
          </a:ln>
        </p:spPr>
      </p:pic>
      <p:pic>
        <p:nvPicPr>
          <p:cNvPr id="240" name="Google Shape;240;p6"/>
          <p:cNvPicPr preferRelativeResize="0"/>
          <p:nvPr/>
        </p:nvPicPr>
        <p:blipFill>
          <a:blip r:embed="rId5">
            <a:alphaModFix/>
          </a:blip>
          <a:stretch>
            <a:fillRect/>
          </a:stretch>
        </p:blipFill>
        <p:spPr>
          <a:xfrm>
            <a:off x="10597688" y="3027158"/>
            <a:ext cx="1107918" cy="1097400"/>
          </a:xfrm>
          <a:prstGeom prst="rect">
            <a:avLst/>
          </a:prstGeom>
          <a:noFill/>
          <a:ln>
            <a:noFill/>
          </a:ln>
        </p:spPr>
      </p:pic>
      <p:pic>
        <p:nvPicPr>
          <p:cNvPr id="241" name="Google Shape;241;p6"/>
          <p:cNvPicPr preferRelativeResize="0"/>
          <p:nvPr/>
        </p:nvPicPr>
        <p:blipFill>
          <a:blip r:embed="rId6">
            <a:alphaModFix/>
          </a:blip>
          <a:stretch>
            <a:fillRect/>
          </a:stretch>
        </p:blipFill>
        <p:spPr>
          <a:xfrm>
            <a:off x="10636525" y="4529375"/>
            <a:ext cx="1077721" cy="1097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7"/>
          <p:cNvSpPr txBox="1"/>
          <p:nvPr/>
        </p:nvSpPr>
        <p:spPr>
          <a:xfrm>
            <a:off x="133925" y="135124"/>
            <a:ext cx="51816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ESCENA 5</a:t>
            </a:r>
            <a:endParaRPr sz="1800">
              <a:solidFill>
                <a:schemeClr val="dk1"/>
              </a:solidFill>
              <a:latin typeface="Times New Roman"/>
              <a:ea typeface="Times New Roman"/>
              <a:cs typeface="Times New Roman"/>
              <a:sym typeface="Times New Roman"/>
            </a:endParaRPr>
          </a:p>
        </p:txBody>
      </p:sp>
      <p:sp>
        <p:nvSpPr>
          <p:cNvPr id="248" name="Google Shape;248;p7"/>
          <p:cNvSpPr/>
          <p:nvPr/>
        </p:nvSpPr>
        <p:spPr>
          <a:xfrm>
            <a:off x="229269" y="575854"/>
            <a:ext cx="11064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3400"/>
              <a:buFont typeface="Times New Roman"/>
              <a:buNone/>
            </a:pPr>
            <a:r>
              <a:rPr b="1" lang="en-US" sz="3400">
                <a:solidFill>
                  <a:schemeClr val="dk1"/>
                </a:solidFill>
                <a:latin typeface="Times New Roman"/>
                <a:ea typeface="Times New Roman"/>
                <a:cs typeface="Times New Roman"/>
                <a:sym typeface="Times New Roman"/>
              </a:rPr>
              <a:t>Recuerda que el morichal te cuida </a:t>
            </a:r>
            <a:r>
              <a:rPr b="1" lang="en-US" sz="3400">
                <a:solidFill>
                  <a:schemeClr val="dk1"/>
                </a:solidFill>
                <a:latin typeface="Times New Roman"/>
                <a:ea typeface="Times New Roman"/>
                <a:cs typeface="Times New Roman"/>
                <a:sym typeface="Times New Roman"/>
              </a:rPr>
              <a:t>también</a:t>
            </a:r>
            <a:r>
              <a:rPr b="1" lang="en-US" sz="3400">
                <a:solidFill>
                  <a:schemeClr val="dk1"/>
                </a:solidFill>
                <a:latin typeface="Times New Roman"/>
                <a:ea typeface="Times New Roman"/>
                <a:cs typeface="Times New Roman"/>
                <a:sym typeface="Times New Roman"/>
              </a:rPr>
              <a:t> a ti</a:t>
            </a:r>
            <a:endParaRPr b="1"/>
          </a:p>
          <a:p>
            <a:pPr indent="0" lvl="0" marL="0" marR="0" rtl="0" algn="l">
              <a:spcBef>
                <a:spcPts val="0"/>
              </a:spcBef>
              <a:spcAft>
                <a:spcPts val="0"/>
              </a:spcAft>
              <a:buClr>
                <a:schemeClr val="dk1"/>
              </a:buClr>
              <a:buSzPts val="3400"/>
              <a:buFont typeface="Times New Roman"/>
              <a:buNone/>
            </a:pPr>
            <a:br>
              <a:rPr b="1" lang="en-US" sz="3400">
                <a:solidFill>
                  <a:schemeClr val="dk1"/>
                </a:solidFill>
                <a:latin typeface="Times New Roman"/>
                <a:ea typeface="Times New Roman"/>
                <a:cs typeface="Times New Roman"/>
                <a:sym typeface="Times New Roman"/>
              </a:rPr>
            </a:br>
            <a:endParaRPr b="1" sz="3400">
              <a:solidFill>
                <a:schemeClr val="dk1"/>
              </a:solidFill>
              <a:latin typeface="Times New Roman"/>
              <a:ea typeface="Times New Roman"/>
              <a:cs typeface="Times New Roman"/>
              <a:sym typeface="Times New Roman"/>
            </a:endParaRPr>
          </a:p>
        </p:txBody>
      </p:sp>
      <p:sp>
        <p:nvSpPr>
          <p:cNvPr id="249" name="Google Shape;249;p7"/>
          <p:cNvSpPr txBox="1"/>
          <p:nvPr/>
        </p:nvSpPr>
        <p:spPr>
          <a:xfrm>
            <a:off x="3007748" y="1626649"/>
            <a:ext cx="4963800" cy="10974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chemeClr val="dk1"/>
              </a:buClr>
              <a:buSzPts val="1900"/>
              <a:buFont typeface="Times New Roman"/>
              <a:buNone/>
            </a:pPr>
            <a:r>
              <a:rPr i="1" lang="en-US" sz="1800">
                <a:solidFill>
                  <a:schemeClr val="dk1"/>
                </a:solidFill>
                <a:latin typeface="Times New Roman"/>
                <a:ea typeface="Times New Roman"/>
                <a:cs typeface="Times New Roman"/>
                <a:sym typeface="Times New Roman"/>
              </a:rPr>
              <a:t>"Esto no es solo mi casa. Cuando el sol aprieta, mi sombra también te refresca a ti."​</a:t>
            </a:r>
            <a:endParaRPr sz="1800">
              <a:solidFill>
                <a:schemeClr val="dk1"/>
              </a:solidFill>
              <a:latin typeface="Times New Roman"/>
              <a:ea typeface="Times New Roman"/>
              <a:cs typeface="Times New Roman"/>
              <a:sym typeface="Times New Roman"/>
            </a:endParaRPr>
          </a:p>
        </p:txBody>
      </p:sp>
      <p:sp>
        <p:nvSpPr>
          <p:cNvPr id="250" name="Google Shape;250;p7"/>
          <p:cNvSpPr txBox="1"/>
          <p:nvPr/>
        </p:nvSpPr>
        <p:spPr>
          <a:xfrm>
            <a:off x="3007750" y="2333963"/>
            <a:ext cx="4727400" cy="27432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lang="en-US" sz="1600">
                <a:solidFill>
                  <a:schemeClr val="dk1"/>
                </a:solidFill>
                <a:latin typeface="Times New Roman"/>
                <a:ea typeface="Times New Roman"/>
                <a:cs typeface="Times New Roman"/>
                <a:sym typeface="Times New Roman"/>
              </a:rPr>
              <a:t>Cuidar el morichal no es solo cuidar a los animales. Es cuidar algo que la vereda necesita, y más ahora que El Niño trae días más calientes.​</a:t>
            </a:r>
            <a:endParaRPr sz="1600">
              <a:solidFill>
                <a:schemeClr val="dk1"/>
              </a:solidFill>
              <a:latin typeface="Times New Roman"/>
              <a:ea typeface="Times New Roman"/>
              <a:cs typeface="Times New Roman"/>
              <a:sym typeface="Times New Roman"/>
            </a:endParaRPr>
          </a:p>
        </p:txBody>
      </p:sp>
      <p:sp>
        <p:nvSpPr>
          <p:cNvPr id="251" name="Google Shape;251;p7"/>
          <p:cNvSpPr/>
          <p:nvPr/>
        </p:nvSpPr>
        <p:spPr>
          <a:xfrm>
            <a:off x="579500" y="4279426"/>
            <a:ext cx="2606100" cy="1517100"/>
          </a:xfrm>
          <a:prstGeom prst="roundRect">
            <a:avLst>
              <a:gd fmla="val 4364" name="adj"/>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252" name="Google Shape;252;p7"/>
          <p:cNvSpPr txBox="1"/>
          <p:nvPr/>
        </p:nvSpPr>
        <p:spPr>
          <a:xfrm>
            <a:off x="740202" y="4337554"/>
            <a:ext cx="2148900" cy="1458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700"/>
              <a:buFont typeface="Times New Roman"/>
              <a:buNone/>
            </a:pPr>
            <a:r>
              <a:rPr b="1" lang="en-US" sz="1700">
                <a:solidFill>
                  <a:schemeClr val="dk2"/>
                </a:solidFill>
                <a:latin typeface="Times New Roman"/>
                <a:ea typeface="Times New Roman"/>
                <a:cs typeface="Times New Roman"/>
                <a:sym typeface="Times New Roman"/>
              </a:rPr>
              <a:t>Sombra y frescura</a:t>
            </a:r>
            <a:endParaRPr sz="1600">
              <a:solidFill>
                <a:schemeClr val="dk2"/>
              </a:solidFill>
              <a:latin typeface="Times New Roman"/>
              <a:ea typeface="Times New Roman"/>
              <a:cs typeface="Times New Roman"/>
              <a:sym typeface="Times New Roman"/>
            </a:endParaRPr>
          </a:p>
          <a:p>
            <a:pPr indent="0" lvl="0" marL="0" marR="0" rtl="0" algn="ctr">
              <a:spcBef>
                <a:spcPts val="400"/>
              </a:spcBef>
              <a:spcAft>
                <a:spcPts val="0"/>
              </a:spcAft>
              <a:buNone/>
            </a:pPr>
            <a:r>
              <a:rPr i="1" lang="en-US" sz="1400">
                <a:solidFill>
                  <a:srgbClr val="FF0000"/>
                </a:solidFill>
                <a:latin typeface="Times New Roman"/>
                <a:ea typeface="Times New Roman"/>
                <a:cs typeface="Times New Roman"/>
                <a:sym typeface="Times New Roman"/>
              </a:rPr>
              <a:t>Entra al morichal en una tarde de verano y lo sientes en la piel: bajo las palmas y árboles el aire es más fresco que en la calle o el potrero.</a:t>
            </a:r>
            <a:endParaRPr i="1" sz="1600">
              <a:solidFill>
                <a:srgbClr val="FF0000"/>
              </a:solidFill>
              <a:latin typeface="Times New Roman"/>
              <a:ea typeface="Times New Roman"/>
              <a:cs typeface="Times New Roman"/>
              <a:sym typeface="Times New Roman"/>
            </a:endParaRPr>
          </a:p>
        </p:txBody>
      </p:sp>
      <p:sp>
        <p:nvSpPr>
          <p:cNvPr id="253" name="Google Shape;253;p7"/>
          <p:cNvSpPr/>
          <p:nvPr/>
        </p:nvSpPr>
        <p:spPr>
          <a:xfrm>
            <a:off x="3368224" y="4279426"/>
            <a:ext cx="2606100" cy="1517100"/>
          </a:xfrm>
          <a:prstGeom prst="roundRect">
            <a:avLst>
              <a:gd fmla="val 4364" name="adj"/>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254" name="Google Shape;254;p7"/>
          <p:cNvSpPr txBox="1"/>
          <p:nvPr/>
        </p:nvSpPr>
        <p:spPr>
          <a:xfrm>
            <a:off x="3559295" y="4337554"/>
            <a:ext cx="2148900" cy="1458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700"/>
              <a:buFont typeface="Times New Roman"/>
              <a:buNone/>
            </a:pPr>
            <a:r>
              <a:rPr b="1" lang="en-US" sz="1700">
                <a:solidFill>
                  <a:schemeClr val="dk2"/>
                </a:solidFill>
                <a:latin typeface="Times New Roman"/>
                <a:ea typeface="Times New Roman"/>
                <a:cs typeface="Times New Roman"/>
                <a:sym typeface="Times New Roman"/>
              </a:rPr>
              <a:t>Agua que nace aquí</a:t>
            </a:r>
            <a:endParaRPr sz="1600">
              <a:solidFill>
                <a:schemeClr val="dk2"/>
              </a:solidFill>
              <a:latin typeface="Times New Roman"/>
              <a:ea typeface="Times New Roman"/>
              <a:cs typeface="Times New Roman"/>
              <a:sym typeface="Times New Roman"/>
            </a:endParaRPr>
          </a:p>
          <a:p>
            <a:pPr indent="0" lvl="0" marL="0" marR="0" rtl="0" algn="ctr">
              <a:spcBef>
                <a:spcPts val="400"/>
              </a:spcBef>
              <a:spcAft>
                <a:spcPts val="0"/>
              </a:spcAft>
              <a:buNone/>
            </a:pPr>
            <a:r>
              <a:rPr i="1" lang="en-US" sz="1400">
                <a:solidFill>
                  <a:srgbClr val="FF0000"/>
                </a:solidFill>
                <a:latin typeface="Times New Roman"/>
                <a:ea typeface="Times New Roman"/>
                <a:cs typeface="Times New Roman"/>
                <a:sym typeface="Times New Roman"/>
              </a:rPr>
              <a:t>Del morichal sale el agua que alimenta al caño de la vereda. Si el morichal se daña, ese agua se pierde para todos.</a:t>
            </a:r>
            <a:endParaRPr i="1" sz="1600">
              <a:solidFill>
                <a:srgbClr val="FF0000"/>
              </a:solidFill>
              <a:latin typeface="Times New Roman"/>
              <a:ea typeface="Times New Roman"/>
              <a:cs typeface="Times New Roman"/>
              <a:sym typeface="Times New Roman"/>
            </a:endParaRPr>
          </a:p>
        </p:txBody>
      </p:sp>
      <p:sp>
        <p:nvSpPr>
          <p:cNvPr id="255" name="Google Shape;255;p7"/>
          <p:cNvSpPr/>
          <p:nvPr/>
        </p:nvSpPr>
        <p:spPr>
          <a:xfrm>
            <a:off x="6187317" y="4279426"/>
            <a:ext cx="2606100" cy="1517100"/>
          </a:xfrm>
          <a:prstGeom prst="roundRect">
            <a:avLst>
              <a:gd fmla="val 4364" name="adj"/>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256" name="Google Shape;256;p7"/>
          <p:cNvSpPr txBox="1"/>
          <p:nvPr/>
        </p:nvSpPr>
        <p:spPr>
          <a:xfrm>
            <a:off x="6378388" y="4337554"/>
            <a:ext cx="2148900" cy="1458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700"/>
              <a:buFont typeface="Times New Roman"/>
              <a:buNone/>
            </a:pPr>
            <a:r>
              <a:rPr b="1" lang="en-US" sz="1700">
                <a:solidFill>
                  <a:schemeClr val="dk2"/>
                </a:solidFill>
                <a:latin typeface="Times New Roman"/>
                <a:ea typeface="Times New Roman"/>
                <a:cs typeface="Times New Roman"/>
                <a:sym typeface="Times New Roman"/>
              </a:rPr>
              <a:t>Un respiro en el calor</a:t>
            </a:r>
            <a:endParaRPr sz="1600">
              <a:solidFill>
                <a:schemeClr val="dk1"/>
              </a:solidFill>
              <a:latin typeface="Times New Roman"/>
              <a:ea typeface="Times New Roman"/>
              <a:cs typeface="Times New Roman"/>
              <a:sym typeface="Times New Roman"/>
            </a:endParaRPr>
          </a:p>
          <a:p>
            <a:pPr indent="0" lvl="0" marL="0" marR="0" rtl="0" algn="ctr">
              <a:spcBef>
                <a:spcPts val="400"/>
              </a:spcBef>
              <a:spcAft>
                <a:spcPts val="0"/>
              </a:spcAft>
              <a:buClr>
                <a:srgbClr val="FF0000"/>
              </a:buClr>
              <a:buSzPts val="1400"/>
              <a:buFont typeface="Times New Roman"/>
              <a:buNone/>
            </a:pPr>
            <a:r>
              <a:rPr i="1" lang="en-US" sz="1400">
                <a:solidFill>
                  <a:srgbClr val="FF0000"/>
                </a:solidFill>
                <a:latin typeface="Times New Roman"/>
                <a:ea typeface="Times New Roman"/>
                <a:cs typeface="Times New Roman"/>
                <a:sym typeface="Times New Roman"/>
              </a:rPr>
              <a:t>El calor fuerte afecta más a los niños, a los adultos mayores y a quien trabaja al sol. Un lugar fresco cerca de casa es un alivio.</a:t>
            </a:r>
            <a:endParaRPr i="1" sz="1600">
              <a:solidFill>
                <a:srgbClr val="FF0000"/>
              </a:solidFill>
              <a:latin typeface="Times New Roman"/>
              <a:ea typeface="Times New Roman"/>
              <a:cs typeface="Times New Roman"/>
              <a:sym typeface="Times New Roman"/>
            </a:endParaRPr>
          </a:p>
        </p:txBody>
      </p:sp>
      <p:sp>
        <p:nvSpPr>
          <p:cNvPr id="257" name="Google Shape;257;p7"/>
          <p:cNvSpPr/>
          <p:nvPr/>
        </p:nvSpPr>
        <p:spPr>
          <a:xfrm>
            <a:off x="9006412" y="4279426"/>
            <a:ext cx="2606100" cy="1517100"/>
          </a:xfrm>
          <a:prstGeom prst="roundRect">
            <a:avLst>
              <a:gd fmla="val 4364" name="adj"/>
            </a:avLst>
          </a:pr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258" name="Google Shape;258;p7"/>
          <p:cNvSpPr txBox="1"/>
          <p:nvPr/>
        </p:nvSpPr>
        <p:spPr>
          <a:xfrm>
            <a:off x="9197483" y="4337554"/>
            <a:ext cx="2148900" cy="1458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chemeClr val="dk2"/>
              </a:buClr>
              <a:buSzPts val="1700"/>
              <a:buFont typeface="Times New Roman"/>
              <a:buNone/>
            </a:pPr>
            <a:r>
              <a:rPr b="1" lang="en-US" sz="1700">
                <a:solidFill>
                  <a:schemeClr val="dk2"/>
                </a:solidFill>
                <a:latin typeface="Times New Roman"/>
                <a:ea typeface="Times New Roman"/>
                <a:cs typeface="Times New Roman"/>
                <a:sym typeface="Times New Roman"/>
              </a:rPr>
              <a:t>Vida al lado de tu casa</a:t>
            </a:r>
            <a:endParaRPr sz="1600">
              <a:solidFill>
                <a:schemeClr val="dk2"/>
              </a:solidFill>
              <a:latin typeface="Times New Roman"/>
              <a:ea typeface="Times New Roman"/>
              <a:cs typeface="Times New Roman"/>
              <a:sym typeface="Times New Roman"/>
            </a:endParaRPr>
          </a:p>
          <a:p>
            <a:pPr indent="0" lvl="0" marL="0" marR="0" rtl="0" algn="ctr">
              <a:spcBef>
                <a:spcPts val="400"/>
              </a:spcBef>
              <a:spcAft>
                <a:spcPts val="0"/>
              </a:spcAft>
              <a:buNone/>
            </a:pPr>
            <a:r>
              <a:rPr i="1" lang="en-US" sz="1400">
                <a:solidFill>
                  <a:srgbClr val="FF0000"/>
                </a:solidFill>
                <a:latin typeface="Times New Roman"/>
                <a:ea typeface="Times New Roman"/>
                <a:cs typeface="Times New Roman"/>
                <a:sym typeface="Times New Roman"/>
              </a:rPr>
              <a:t>Los loros, aves  y los búhos que ves desde tu patio viven aquí. Sin morichal, la vereda sería solo calles y potrero.</a:t>
            </a:r>
            <a:endParaRPr i="1" sz="1600">
              <a:solidFill>
                <a:srgbClr val="FF0000"/>
              </a:solidFill>
              <a:latin typeface="Times New Roman"/>
              <a:ea typeface="Times New Roman"/>
              <a:cs typeface="Times New Roman"/>
              <a:sym typeface="Times New Roman"/>
            </a:endParaRPr>
          </a:p>
        </p:txBody>
      </p:sp>
      <p:sp>
        <p:nvSpPr>
          <p:cNvPr id="259" name="Google Shape;259;p7"/>
          <p:cNvSpPr txBox="1"/>
          <p:nvPr/>
        </p:nvSpPr>
        <p:spPr>
          <a:xfrm>
            <a:off x="563880" y="6018259"/>
            <a:ext cx="11064300" cy="731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800"/>
              <a:buFont typeface="Times New Roman"/>
              <a:buNone/>
            </a:pPr>
            <a:r>
              <a:rPr i="1" lang="en-US" sz="1700">
                <a:solidFill>
                  <a:schemeClr val="dk1"/>
                </a:solidFill>
                <a:latin typeface="Times New Roman"/>
                <a:ea typeface="Times New Roman"/>
                <a:cs typeface="Times New Roman"/>
                <a:sym typeface="Times New Roman"/>
              </a:rPr>
              <a:t>"Más morichal es más sombra. Más sombra es más frescura. Y más frescura es más agua guardada para el verano."</a:t>
            </a:r>
            <a:endParaRPr sz="1700">
              <a:solidFill>
                <a:schemeClr val="dk1"/>
              </a:solidFill>
              <a:latin typeface="Times New Roman"/>
              <a:ea typeface="Times New Roman"/>
              <a:cs typeface="Times New Roman"/>
              <a:sym typeface="Times New Roman"/>
            </a:endParaRPr>
          </a:p>
        </p:txBody>
      </p:sp>
      <p:pic>
        <p:nvPicPr>
          <p:cNvPr id="260" name="Google Shape;260;p7"/>
          <p:cNvPicPr preferRelativeResize="0"/>
          <p:nvPr/>
        </p:nvPicPr>
        <p:blipFill>
          <a:blip r:embed="rId3">
            <a:alphaModFix/>
          </a:blip>
          <a:stretch>
            <a:fillRect/>
          </a:stretch>
        </p:blipFill>
        <p:spPr>
          <a:xfrm flipH="1">
            <a:off x="1044262" y="1378661"/>
            <a:ext cx="1844831" cy="1827676"/>
          </a:xfrm>
          <a:prstGeom prst="rect">
            <a:avLst/>
          </a:prstGeom>
          <a:noFill/>
          <a:ln>
            <a:noFill/>
          </a:ln>
        </p:spPr>
      </p:pic>
      <p:sp>
        <p:nvSpPr>
          <p:cNvPr id="261" name="Google Shape;261;p7"/>
          <p:cNvSpPr/>
          <p:nvPr/>
        </p:nvSpPr>
        <p:spPr>
          <a:xfrm>
            <a:off x="1555299" y="3589624"/>
            <a:ext cx="518700" cy="540300"/>
          </a:xfrm>
          <a:prstGeom prst="ellipse">
            <a:avLst/>
          </a:prstGeom>
          <a:solidFill>
            <a:srgbClr val="0070C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1</a:t>
            </a:r>
            <a:endParaRPr/>
          </a:p>
        </p:txBody>
      </p:sp>
      <p:sp>
        <p:nvSpPr>
          <p:cNvPr id="262" name="Google Shape;262;p7"/>
          <p:cNvSpPr/>
          <p:nvPr/>
        </p:nvSpPr>
        <p:spPr>
          <a:xfrm>
            <a:off x="4374399" y="3589613"/>
            <a:ext cx="518700" cy="540300"/>
          </a:xfrm>
          <a:prstGeom prst="ellipse">
            <a:avLst/>
          </a:prstGeom>
          <a:solidFill>
            <a:srgbClr val="0070C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2</a:t>
            </a:r>
            <a:endParaRPr/>
          </a:p>
        </p:txBody>
      </p:sp>
      <p:sp>
        <p:nvSpPr>
          <p:cNvPr id="263" name="Google Shape;263;p7"/>
          <p:cNvSpPr/>
          <p:nvPr/>
        </p:nvSpPr>
        <p:spPr>
          <a:xfrm>
            <a:off x="7193499" y="3575443"/>
            <a:ext cx="518700" cy="540300"/>
          </a:xfrm>
          <a:prstGeom prst="ellipse">
            <a:avLst/>
          </a:prstGeom>
          <a:solidFill>
            <a:srgbClr val="0070C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3</a:t>
            </a:r>
            <a:endParaRPr/>
          </a:p>
        </p:txBody>
      </p:sp>
      <p:sp>
        <p:nvSpPr>
          <p:cNvPr id="264" name="Google Shape;264;p7"/>
          <p:cNvSpPr/>
          <p:nvPr/>
        </p:nvSpPr>
        <p:spPr>
          <a:xfrm>
            <a:off x="10012599" y="3589618"/>
            <a:ext cx="518700" cy="540300"/>
          </a:xfrm>
          <a:prstGeom prst="ellipse">
            <a:avLst/>
          </a:prstGeom>
          <a:solidFill>
            <a:srgbClr val="0070C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lt1"/>
                </a:solidFill>
                <a:latin typeface="Times New Roman"/>
                <a:ea typeface="Times New Roman"/>
                <a:cs typeface="Times New Roman"/>
                <a:sym typeface="Times New Roman"/>
              </a:rPr>
              <a:t>4</a:t>
            </a:r>
            <a:endParaRPr/>
          </a:p>
        </p:txBody>
      </p:sp>
      <p:sp>
        <p:nvSpPr>
          <p:cNvPr id="265" name="Google Shape;265;p7"/>
          <p:cNvSpPr txBox="1"/>
          <p:nvPr/>
        </p:nvSpPr>
        <p:spPr>
          <a:xfrm>
            <a:off x="170205" y="3575441"/>
            <a:ext cx="1338300" cy="100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i="1" lang="en-US" sz="1500">
                <a:solidFill>
                  <a:schemeClr val="dk1"/>
                </a:solidFill>
                <a:latin typeface="Times New Roman"/>
                <a:ea typeface="Times New Roman"/>
                <a:cs typeface="Times New Roman"/>
                <a:sym typeface="Times New Roman"/>
              </a:rPr>
              <a:t>Bóton interactivo desplegable</a:t>
            </a:r>
            <a:endParaRPr i="1" sz="15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i="1" sz="1500">
              <a:solidFill>
                <a:schemeClr val="dk1"/>
              </a:solidFill>
              <a:latin typeface="Times New Roman"/>
              <a:ea typeface="Times New Roman"/>
              <a:cs typeface="Times New Roman"/>
              <a:sym typeface="Times New Roman"/>
            </a:endParaRPr>
          </a:p>
        </p:txBody>
      </p:sp>
      <p:sp>
        <p:nvSpPr>
          <p:cNvPr id="266" name="Google Shape;266;p7"/>
          <p:cNvSpPr txBox="1"/>
          <p:nvPr/>
        </p:nvSpPr>
        <p:spPr>
          <a:xfrm>
            <a:off x="3036094" y="3511941"/>
            <a:ext cx="1338300" cy="100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i="1" lang="en-US" sz="1500">
                <a:solidFill>
                  <a:schemeClr val="dk1"/>
                </a:solidFill>
                <a:latin typeface="Times New Roman"/>
                <a:ea typeface="Times New Roman"/>
                <a:cs typeface="Times New Roman"/>
                <a:sym typeface="Times New Roman"/>
              </a:rPr>
              <a:t>Bóton interactivo desplegable</a:t>
            </a:r>
            <a:endParaRPr i="1" sz="15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i="1" sz="1500">
              <a:solidFill>
                <a:schemeClr val="dk1"/>
              </a:solidFill>
              <a:latin typeface="Times New Roman"/>
              <a:ea typeface="Times New Roman"/>
              <a:cs typeface="Times New Roman"/>
              <a:sym typeface="Times New Roman"/>
            </a:endParaRPr>
          </a:p>
        </p:txBody>
      </p:sp>
      <p:sp>
        <p:nvSpPr>
          <p:cNvPr id="267" name="Google Shape;267;p7"/>
          <p:cNvSpPr txBox="1"/>
          <p:nvPr/>
        </p:nvSpPr>
        <p:spPr>
          <a:xfrm>
            <a:off x="5827051" y="3511941"/>
            <a:ext cx="1338300" cy="100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i="1" lang="en-US" sz="1500">
                <a:solidFill>
                  <a:schemeClr val="dk1"/>
                </a:solidFill>
                <a:latin typeface="Times New Roman"/>
                <a:ea typeface="Times New Roman"/>
                <a:cs typeface="Times New Roman"/>
                <a:sym typeface="Times New Roman"/>
              </a:rPr>
              <a:t>Bóton interactivo desplegable</a:t>
            </a:r>
            <a:endParaRPr i="1" sz="15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i="1" sz="1500">
              <a:solidFill>
                <a:schemeClr val="dk1"/>
              </a:solidFill>
              <a:latin typeface="Times New Roman"/>
              <a:ea typeface="Times New Roman"/>
              <a:cs typeface="Times New Roman"/>
              <a:sym typeface="Times New Roman"/>
            </a:endParaRPr>
          </a:p>
        </p:txBody>
      </p:sp>
      <p:sp>
        <p:nvSpPr>
          <p:cNvPr id="268" name="Google Shape;268;p7"/>
          <p:cNvSpPr txBox="1"/>
          <p:nvPr/>
        </p:nvSpPr>
        <p:spPr>
          <a:xfrm>
            <a:off x="8668894" y="3511941"/>
            <a:ext cx="1338300" cy="10059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i="1" lang="en-US" sz="1500">
                <a:solidFill>
                  <a:schemeClr val="dk1"/>
                </a:solidFill>
                <a:latin typeface="Times New Roman"/>
                <a:ea typeface="Times New Roman"/>
                <a:cs typeface="Times New Roman"/>
                <a:sym typeface="Times New Roman"/>
              </a:rPr>
              <a:t>Bóton interactivo desplegable</a:t>
            </a:r>
            <a:endParaRPr i="1" sz="1500">
              <a:solidFill>
                <a:schemeClr val="dk1"/>
              </a:solidFill>
              <a:latin typeface="Times New Roman"/>
              <a:ea typeface="Times New Roman"/>
              <a:cs typeface="Times New Roman"/>
              <a:sym typeface="Times New Roman"/>
            </a:endParaRPr>
          </a:p>
          <a:p>
            <a:pPr indent="0" lvl="0" marL="0" marR="0" rtl="0" algn="ctr">
              <a:spcBef>
                <a:spcPts val="0"/>
              </a:spcBef>
              <a:spcAft>
                <a:spcPts val="0"/>
              </a:spcAft>
              <a:buNone/>
            </a:pPr>
            <a:r>
              <a:t/>
            </a:r>
            <a:endParaRPr i="1" sz="1500">
              <a:solidFill>
                <a:schemeClr val="dk1"/>
              </a:solidFill>
              <a:latin typeface="Times New Roman"/>
              <a:ea typeface="Times New Roman"/>
              <a:cs typeface="Times New Roman"/>
              <a:sym typeface="Times New Roman"/>
            </a:endParaRPr>
          </a:p>
        </p:txBody>
      </p:sp>
      <p:sp>
        <p:nvSpPr>
          <p:cNvPr id="269" name="Google Shape;269;p7"/>
          <p:cNvSpPr/>
          <p:nvPr/>
        </p:nvSpPr>
        <p:spPr>
          <a:xfrm>
            <a:off x="11472621" y="135124"/>
            <a:ext cx="566100" cy="389400"/>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70" name="Google Shape;270;p7"/>
          <p:cNvSpPr/>
          <p:nvPr/>
        </p:nvSpPr>
        <p:spPr>
          <a:xfrm rot="10800000">
            <a:off x="11472577" y="6333476"/>
            <a:ext cx="566100" cy="389400"/>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71" name="Google Shape;271;p7"/>
          <p:cNvSpPr txBox="1"/>
          <p:nvPr/>
        </p:nvSpPr>
        <p:spPr>
          <a:xfrm>
            <a:off x="9177119" y="6420896"/>
            <a:ext cx="4105800" cy="1005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i="1" lang="en-US" sz="1500">
                <a:solidFill>
                  <a:schemeClr val="dk1"/>
                </a:solidFill>
                <a:latin typeface="Times New Roman"/>
                <a:ea typeface="Times New Roman"/>
                <a:cs typeface="Times New Roman"/>
                <a:sym typeface="Times New Roman"/>
              </a:rPr>
              <a:t>Botón interactivo para bajar</a:t>
            </a:r>
            <a:endParaRPr i="1" sz="1500">
              <a:solidFill>
                <a:schemeClr val="dk1"/>
              </a:solidFill>
              <a:latin typeface="Times New Roman"/>
              <a:ea typeface="Times New Roman"/>
              <a:cs typeface="Times New Roman"/>
              <a:sym typeface="Times New Roman"/>
            </a:endParaRPr>
          </a:p>
        </p:txBody>
      </p:sp>
      <p:sp>
        <p:nvSpPr>
          <p:cNvPr id="272" name="Google Shape;272;p7"/>
          <p:cNvSpPr txBox="1"/>
          <p:nvPr/>
        </p:nvSpPr>
        <p:spPr>
          <a:xfrm>
            <a:off x="9247166" y="98327"/>
            <a:ext cx="4105800" cy="1005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i="1" lang="en-US" sz="1500">
                <a:solidFill>
                  <a:schemeClr val="dk1"/>
                </a:solidFill>
                <a:latin typeface="Times New Roman"/>
                <a:ea typeface="Times New Roman"/>
                <a:cs typeface="Times New Roman"/>
                <a:sym typeface="Times New Roman"/>
              </a:rPr>
              <a:t>Botón interactivo para subir</a:t>
            </a:r>
            <a:endParaRPr i="1" sz="1500">
              <a:solidFill>
                <a:schemeClr val="dk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7" name="Shape 277"/>
        <p:cNvGrpSpPr/>
        <p:nvPr/>
      </p:nvGrpSpPr>
      <p:grpSpPr>
        <a:xfrm>
          <a:off x="0" y="0"/>
          <a:ext cx="0" cy="0"/>
          <a:chOff x="0" y="0"/>
          <a:chExt cx="0" cy="0"/>
        </a:xfrm>
      </p:grpSpPr>
      <p:sp>
        <p:nvSpPr>
          <p:cNvPr id="278" name="Google Shape;278;p8"/>
          <p:cNvSpPr txBox="1"/>
          <p:nvPr/>
        </p:nvSpPr>
        <p:spPr>
          <a:xfrm>
            <a:off x="133925" y="135124"/>
            <a:ext cx="51816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ESCENA 6</a:t>
            </a:r>
            <a:endParaRPr sz="1800">
              <a:solidFill>
                <a:schemeClr val="dk1"/>
              </a:solidFill>
              <a:latin typeface="Times New Roman"/>
              <a:ea typeface="Times New Roman"/>
              <a:cs typeface="Times New Roman"/>
              <a:sym typeface="Times New Roman"/>
            </a:endParaRPr>
          </a:p>
        </p:txBody>
      </p:sp>
      <p:sp>
        <p:nvSpPr>
          <p:cNvPr id="279" name="Google Shape;279;p8"/>
          <p:cNvSpPr/>
          <p:nvPr/>
        </p:nvSpPr>
        <p:spPr>
          <a:xfrm>
            <a:off x="11472621" y="135124"/>
            <a:ext cx="566057" cy="389433"/>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80" name="Google Shape;280;p8"/>
          <p:cNvSpPr/>
          <p:nvPr/>
        </p:nvSpPr>
        <p:spPr>
          <a:xfrm rot="5400000">
            <a:off x="11560924" y="3694838"/>
            <a:ext cx="566100" cy="389400"/>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81" name="Google Shape;281;p8"/>
          <p:cNvSpPr txBox="1"/>
          <p:nvPr/>
        </p:nvSpPr>
        <p:spPr>
          <a:xfrm>
            <a:off x="9953375" y="3606500"/>
            <a:ext cx="1599900" cy="1005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i="1" lang="en-US" sz="1500">
                <a:solidFill>
                  <a:schemeClr val="dk1"/>
                </a:solidFill>
                <a:latin typeface="Times New Roman"/>
                <a:ea typeface="Times New Roman"/>
                <a:cs typeface="Times New Roman"/>
                <a:sym typeface="Times New Roman"/>
              </a:rPr>
              <a:t>Botón</a:t>
            </a:r>
            <a:r>
              <a:rPr i="1" lang="en-US" sz="1500">
                <a:solidFill>
                  <a:schemeClr val="dk1"/>
                </a:solidFill>
                <a:latin typeface="Times New Roman"/>
                <a:ea typeface="Times New Roman"/>
                <a:cs typeface="Times New Roman"/>
                <a:sym typeface="Times New Roman"/>
              </a:rPr>
              <a:t> interactivo para ir a la derecha</a:t>
            </a:r>
            <a:endParaRPr i="1" sz="1500">
              <a:solidFill>
                <a:schemeClr val="dk1"/>
              </a:solidFill>
              <a:latin typeface="Times New Roman"/>
              <a:ea typeface="Times New Roman"/>
              <a:cs typeface="Times New Roman"/>
              <a:sym typeface="Times New Roman"/>
            </a:endParaRPr>
          </a:p>
        </p:txBody>
      </p:sp>
      <p:pic>
        <p:nvPicPr>
          <p:cNvPr id="282" name="Google Shape;282;p8"/>
          <p:cNvPicPr preferRelativeResize="0"/>
          <p:nvPr/>
        </p:nvPicPr>
        <p:blipFill>
          <a:blip r:embed="rId3">
            <a:alphaModFix/>
          </a:blip>
          <a:stretch>
            <a:fillRect/>
          </a:stretch>
        </p:blipFill>
        <p:spPr>
          <a:xfrm flipH="1">
            <a:off x="425649" y="2217810"/>
            <a:ext cx="3579826" cy="3546500"/>
          </a:xfrm>
          <a:prstGeom prst="rect">
            <a:avLst/>
          </a:prstGeom>
          <a:noFill/>
          <a:ln>
            <a:noFill/>
          </a:ln>
        </p:spPr>
      </p:pic>
      <p:pic>
        <p:nvPicPr>
          <p:cNvPr id="283" name="Google Shape;283;p8"/>
          <p:cNvPicPr preferRelativeResize="0"/>
          <p:nvPr/>
        </p:nvPicPr>
        <p:blipFill>
          <a:blip r:embed="rId4">
            <a:alphaModFix/>
          </a:blip>
          <a:stretch>
            <a:fillRect/>
          </a:stretch>
        </p:blipFill>
        <p:spPr>
          <a:xfrm>
            <a:off x="4301437" y="3289551"/>
            <a:ext cx="5259999" cy="2474750"/>
          </a:xfrm>
          <a:prstGeom prst="rect">
            <a:avLst/>
          </a:prstGeom>
          <a:noFill/>
          <a:ln>
            <a:noFill/>
          </a:ln>
        </p:spPr>
      </p:pic>
      <p:sp>
        <p:nvSpPr>
          <p:cNvPr id="284" name="Google Shape;284;p8"/>
          <p:cNvSpPr txBox="1"/>
          <p:nvPr/>
        </p:nvSpPr>
        <p:spPr>
          <a:xfrm>
            <a:off x="1088100" y="1130275"/>
            <a:ext cx="90723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800">
                <a:solidFill>
                  <a:schemeClr val="dk1"/>
                </a:solidFill>
                <a:latin typeface="Times New Roman"/>
                <a:ea typeface="Times New Roman"/>
                <a:cs typeface="Times New Roman"/>
                <a:sym typeface="Times New Roman"/>
              </a:rPr>
              <a:t>“Ahora revisemos lo que el agua ya no alcanza a lavar”</a:t>
            </a:r>
            <a:endParaRPr sz="1800">
              <a:solidFill>
                <a:schemeClr val="dk1"/>
              </a:solidFill>
              <a:latin typeface="Times New Roman"/>
              <a:ea typeface="Times New Roman"/>
              <a:cs typeface="Times New Roman"/>
              <a:sym typeface="Times New Roman"/>
            </a:endParaRPr>
          </a:p>
        </p:txBody>
      </p:sp>
      <p:sp>
        <p:nvSpPr>
          <p:cNvPr id="285" name="Google Shape;285;p8"/>
          <p:cNvSpPr txBox="1"/>
          <p:nvPr/>
        </p:nvSpPr>
        <p:spPr>
          <a:xfrm>
            <a:off x="3775201" y="2283650"/>
            <a:ext cx="3698100" cy="1005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i="1" lang="en-US" sz="1500">
                <a:solidFill>
                  <a:schemeClr val="dk1"/>
                </a:solidFill>
                <a:latin typeface="Times New Roman"/>
                <a:ea typeface="Times New Roman"/>
                <a:cs typeface="Times New Roman"/>
                <a:sym typeface="Times New Roman"/>
              </a:rPr>
              <a:t>Oso palmero se presenta parado en dos patas, </a:t>
            </a:r>
            <a:r>
              <a:rPr i="1" lang="en-US" sz="1500">
                <a:solidFill>
                  <a:schemeClr val="dk1"/>
                </a:solidFill>
                <a:latin typeface="Times New Roman"/>
                <a:ea typeface="Times New Roman"/>
                <a:cs typeface="Times New Roman"/>
                <a:sym typeface="Times New Roman"/>
              </a:rPr>
              <a:t>después</a:t>
            </a:r>
            <a:r>
              <a:rPr i="1" lang="en-US" sz="1500">
                <a:solidFill>
                  <a:schemeClr val="dk1"/>
                </a:solidFill>
                <a:latin typeface="Times New Roman"/>
                <a:ea typeface="Times New Roman"/>
                <a:cs typeface="Times New Roman"/>
                <a:sym typeface="Times New Roman"/>
              </a:rPr>
              <a:t> se desplaza en sus cuatro patas.</a:t>
            </a:r>
            <a:endParaRPr i="1" sz="1500">
              <a:solidFill>
                <a:schemeClr val="dk1"/>
              </a:solidFill>
              <a:latin typeface="Times New Roman"/>
              <a:ea typeface="Times New Roman"/>
              <a:cs typeface="Times New Roman"/>
              <a:sym typeface="Times New Roman"/>
            </a:endParaRPr>
          </a:p>
        </p:txBody>
      </p:sp>
      <p:sp>
        <p:nvSpPr>
          <p:cNvPr id="286" name="Google Shape;286;p8"/>
          <p:cNvSpPr txBox="1"/>
          <p:nvPr/>
        </p:nvSpPr>
        <p:spPr>
          <a:xfrm>
            <a:off x="9247166" y="98327"/>
            <a:ext cx="4105800" cy="1005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i="1" lang="en-US" sz="1500">
                <a:solidFill>
                  <a:schemeClr val="dk1"/>
                </a:solidFill>
                <a:latin typeface="Times New Roman"/>
                <a:ea typeface="Times New Roman"/>
                <a:cs typeface="Times New Roman"/>
                <a:sym typeface="Times New Roman"/>
              </a:rPr>
              <a:t>Botón interactivo para subir</a:t>
            </a:r>
            <a:endParaRPr i="1" sz="1500">
              <a:solidFill>
                <a:schemeClr val="dk1"/>
              </a:solidFill>
              <a:latin typeface="Times New Roman"/>
              <a:ea typeface="Times New Roman"/>
              <a:cs typeface="Times New Roman"/>
              <a:sym typeface="Times New Roman"/>
            </a:endParaRPr>
          </a:p>
        </p:txBody>
      </p:sp>
      <p:sp>
        <p:nvSpPr>
          <p:cNvPr id="287" name="Google Shape;287;p8"/>
          <p:cNvSpPr/>
          <p:nvPr/>
        </p:nvSpPr>
        <p:spPr>
          <a:xfrm>
            <a:off x="3775200" y="3878600"/>
            <a:ext cx="489900" cy="461700"/>
          </a:xfrm>
          <a:prstGeom prst="rightArrow">
            <a:avLst>
              <a:gd fmla="val 50000" name="adj1"/>
              <a:gd fmla="val 50000" name="adj2"/>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2" name="Shape 292"/>
        <p:cNvGrpSpPr/>
        <p:nvPr/>
      </p:nvGrpSpPr>
      <p:grpSpPr>
        <a:xfrm>
          <a:off x="0" y="0"/>
          <a:ext cx="0" cy="0"/>
          <a:chOff x="0" y="0"/>
          <a:chExt cx="0" cy="0"/>
        </a:xfrm>
      </p:grpSpPr>
      <p:sp>
        <p:nvSpPr>
          <p:cNvPr id="293" name="Google Shape;293;p9"/>
          <p:cNvSpPr txBox="1"/>
          <p:nvPr/>
        </p:nvSpPr>
        <p:spPr>
          <a:xfrm>
            <a:off x="133925" y="135124"/>
            <a:ext cx="51816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ESCENA 7</a:t>
            </a:r>
            <a:endParaRPr sz="1800">
              <a:solidFill>
                <a:schemeClr val="dk1"/>
              </a:solidFill>
              <a:latin typeface="Times New Roman"/>
              <a:ea typeface="Times New Roman"/>
              <a:cs typeface="Times New Roman"/>
              <a:sym typeface="Times New Roman"/>
            </a:endParaRPr>
          </a:p>
        </p:txBody>
      </p:sp>
      <p:sp>
        <p:nvSpPr>
          <p:cNvPr id="294" name="Google Shape;294;p9"/>
          <p:cNvSpPr txBox="1"/>
          <p:nvPr/>
        </p:nvSpPr>
        <p:spPr>
          <a:xfrm>
            <a:off x="211495" y="675136"/>
            <a:ext cx="66411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200">
                <a:solidFill>
                  <a:schemeClr val="dk1"/>
                </a:solidFill>
                <a:latin typeface="Times New Roman"/>
                <a:ea typeface="Times New Roman"/>
                <a:cs typeface="Times New Roman"/>
                <a:sym typeface="Times New Roman"/>
              </a:rPr>
              <a:t>Lo que el agua ya no alcanza a lavar</a:t>
            </a:r>
            <a:endParaRPr b="1" sz="3200">
              <a:solidFill>
                <a:schemeClr val="dk1"/>
              </a:solidFill>
              <a:latin typeface="Times New Roman"/>
              <a:ea typeface="Times New Roman"/>
              <a:cs typeface="Times New Roman"/>
              <a:sym typeface="Times New Roman"/>
            </a:endParaRPr>
          </a:p>
        </p:txBody>
      </p:sp>
      <p:sp>
        <p:nvSpPr>
          <p:cNvPr id="295" name="Google Shape;295;p9"/>
          <p:cNvSpPr/>
          <p:nvPr/>
        </p:nvSpPr>
        <p:spPr>
          <a:xfrm rot="-5400000">
            <a:off x="169500" y="3854770"/>
            <a:ext cx="566057" cy="389433"/>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296" name="Google Shape;296;p9"/>
          <p:cNvSpPr txBox="1"/>
          <p:nvPr/>
        </p:nvSpPr>
        <p:spPr>
          <a:xfrm>
            <a:off x="2838138" y="1679525"/>
            <a:ext cx="3006600" cy="18162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rgbClr val="E3EAE4"/>
              </a:buClr>
              <a:buSzPts val="1600"/>
              <a:buFont typeface="Times New Roman"/>
              <a:buNone/>
            </a:pPr>
            <a:r>
              <a:rPr lang="en-US" sz="1600">
                <a:solidFill>
                  <a:schemeClr val="dk1"/>
                </a:solidFill>
                <a:latin typeface="Times New Roman"/>
                <a:ea typeface="Times New Roman"/>
                <a:cs typeface="Times New Roman"/>
                <a:sym typeface="Times New Roman"/>
              </a:rPr>
              <a:t>Mi nariz encuentra la basura antes que tus ojos: bolsas, empaques, restos de comida. Ya he visto a los caballos hurgando en ella más que los perros. Y cuando llueve, lo que queda en la orilla termina en el agua.</a:t>
            </a:r>
            <a:endParaRPr sz="1600">
              <a:solidFill>
                <a:schemeClr val="dk1"/>
              </a:solidFill>
              <a:latin typeface="Times New Roman"/>
              <a:ea typeface="Times New Roman"/>
              <a:cs typeface="Times New Roman"/>
              <a:sym typeface="Times New Roman"/>
            </a:endParaRPr>
          </a:p>
        </p:txBody>
      </p:sp>
      <p:sp>
        <p:nvSpPr>
          <p:cNvPr id="297" name="Google Shape;297;p9"/>
          <p:cNvSpPr txBox="1"/>
          <p:nvPr/>
        </p:nvSpPr>
        <p:spPr>
          <a:xfrm>
            <a:off x="257812" y="4440866"/>
            <a:ext cx="1803217" cy="100584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i="1" lang="en-US" sz="1500">
                <a:solidFill>
                  <a:schemeClr val="dk1"/>
                </a:solidFill>
                <a:latin typeface="Times New Roman"/>
                <a:ea typeface="Times New Roman"/>
                <a:cs typeface="Times New Roman"/>
                <a:sym typeface="Times New Roman"/>
              </a:rPr>
              <a:t>Botón</a:t>
            </a:r>
            <a:r>
              <a:rPr i="1" lang="en-US" sz="1500">
                <a:solidFill>
                  <a:schemeClr val="dk1"/>
                </a:solidFill>
                <a:latin typeface="Times New Roman"/>
                <a:ea typeface="Times New Roman"/>
                <a:cs typeface="Times New Roman"/>
                <a:sym typeface="Times New Roman"/>
              </a:rPr>
              <a:t> interactivo para ir a la izquierda</a:t>
            </a:r>
            <a:endParaRPr i="1" sz="1500">
              <a:solidFill>
                <a:schemeClr val="dk1"/>
              </a:solidFill>
              <a:latin typeface="Times New Roman"/>
              <a:ea typeface="Times New Roman"/>
              <a:cs typeface="Times New Roman"/>
              <a:sym typeface="Times New Roman"/>
            </a:endParaRPr>
          </a:p>
        </p:txBody>
      </p:sp>
      <p:graphicFrame>
        <p:nvGraphicFramePr>
          <p:cNvPr id="298" name="Google Shape;298;p9"/>
          <p:cNvGraphicFramePr/>
          <p:nvPr/>
        </p:nvGraphicFramePr>
        <p:xfrm>
          <a:off x="2200404" y="3766456"/>
          <a:ext cx="3000000" cy="3000000"/>
        </p:xfrm>
        <a:graphic>
          <a:graphicData uri="http://schemas.openxmlformats.org/drawingml/2006/table">
            <a:tbl>
              <a:tblPr>
                <a:noFill/>
                <a:tableStyleId>{677D5902-7C79-452C-ACDE-DEA8586F591A}</a:tableStyleId>
              </a:tblPr>
              <a:tblGrid>
                <a:gridCol w="1029700"/>
                <a:gridCol w="549175"/>
                <a:gridCol w="2539900"/>
              </a:tblGrid>
              <a:tr h="165100">
                <a:tc>
                  <a:txBody>
                    <a:bodyPr/>
                    <a:lstStyle/>
                    <a:p>
                      <a:pPr indent="0" lvl="0" marL="0" marR="0" rtl="0" algn="l">
                        <a:spcBef>
                          <a:spcPts val="0"/>
                        </a:spcBef>
                        <a:spcAft>
                          <a:spcPts val="0"/>
                        </a:spcAft>
                        <a:buClr>
                          <a:schemeClr val="dk2"/>
                        </a:buClr>
                        <a:buSzPts val="1300"/>
                        <a:buFont typeface="Times New Roman"/>
                        <a:buNone/>
                      </a:pPr>
                      <a:r>
                        <a:rPr b="1" i="0" lang="en-US" sz="1300" u="none" cap="none" strike="noStrike">
                          <a:solidFill>
                            <a:schemeClr val="lt1"/>
                          </a:solidFill>
                          <a:latin typeface="Times New Roman"/>
                          <a:ea typeface="Times New Roman"/>
                          <a:cs typeface="Times New Roman"/>
                          <a:sym typeface="Times New Roman"/>
                        </a:rPr>
                        <a:t>Época</a:t>
                      </a:r>
                      <a:endParaRPr i="0" sz="1300" u="none" cap="none" strike="noStrike">
                        <a:solidFill>
                          <a:schemeClr val="lt1"/>
                        </a:solidFill>
                        <a:latin typeface="Times New Roman"/>
                        <a:ea typeface="Times New Roman"/>
                        <a:cs typeface="Times New Roman"/>
                        <a:sym typeface="Times New Roman"/>
                      </a:endParaRPr>
                    </a:p>
                  </a:txBody>
                  <a:tcPr marT="54875" marB="54875" marR="54875" marL="54875">
                    <a:lnL cap="flat" cmpd="sng" w="9525">
                      <a:solidFill>
                        <a:srgbClr val="3E6B4A"/>
                      </a:solidFill>
                      <a:prstDash val="solid"/>
                      <a:round/>
                      <a:headEnd len="sm" w="sm" type="none"/>
                      <a:tailEnd len="sm" w="sm" type="none"/>
                    </a:lnL>
                    <a:lnR cap="flat" cmpd="sng" w="9525">
                      <a:solidFill>
                        <a:srgbClr val="3E6B4A"/>
                      </a:solidFill>
                      <a:prstDash val="solid"/>
                      <a:round/>
                      <a:headEnd len="sm" w="sm" type="none"/>
                      <a:tailEnd len="sm" w="sm" type="none"/>
                    </a:lnR>
                    <a:lnT cap="flat" cmpd="sng" w="9525">
                      <a:solidFill>
                        <a:srgbClr val="3E6B4A"/>
                      </a:solidFill>
                      <a:prstDash val="solid"/>
                      <a:round/>
                      <a:headEnd len="sm" w="sm" type="none"/>
                      <a:tailEnd len="sm" w="sm" type="none"/>
                    </a:lnT>
                    <a:lnB cap="flat" cmpd="sng" w="9525">
                      <a:solidFill>
                        <a:srgbClr val="3E6B4A"/>
                      </a:solidFill>
                      <a:prstDash val="solid"/>
                      <a:round/>
                      <a:headEnd len="sm" w="sm" type="none"/>
                      <a:tailEnd len="sm" w="sm" type="none"/>
                    </a:lnB>
                    <a:solidFill>
                      <a:srgbClr val="274E13"/>
                    </a:solidFill>
                  </a:tcPr>
                </a:tc>
                <a:tc>
                  <a:txBody>
                    <a:bodyPr/>
                    <a:lstStyle/>
                    <a:p>
                      <a:pPr indent="0" lvl="0" marL="0" marR="0" rtl="0" algn="l">
                        <a:spcBef>
                          <a:spcPts val="0"/>
                        </a:spcBef>
                        <a:spcAft>
                          <a:spcPts val="0"/>
                        </a:spcAft>
                        <a:buClr>
                          <a:schemeClr val="dk2"/>
                        </a:buClr>
                        <a:buSzPts val="1300"/>
                        <a:buFont typeface="Times New Roman"/>
                        <a:buNone/>
                      </a:pPr>
                      <a:r>
                        <a:rPr b="1" i="0" lang="en-US" sz="1300" u="none" cap="none" strike="noStrike">
                          <a:solidFill>
                            <a:schemeClr val="lt1"/>
                          </a:solidFill>
                          <a:latin typeface="Times New Roman"/>
                          <a:ea typeface="Times New Roman"/>
                          <a:cs typeface="Times New Roman"/>
                          <a:sym typeface="Times New Roman"/>
                        </a:rPr>
                        <a:t>Agua</a:t>
                      </a:r>
                      <a:endParaRPr i="0" sz="1300" u="none" cap="none" strike="noStrike">
                        <a:solidFill>
                          <a:schemeClr val="lt1"/>
                        </a:solidFill>
                        <a:latin typeface="Times New Roman"/>
                        <a:ea typeface="Times New Roman"/>
                        <a:cs typeface="Times New Roman"/>
                        <a:sym typeface="Times New Roman"/>
                      </a:endParaRPr>
                    </a:p>
                  </a:txBody>
                  <a:tcPr marT="54875" marB="54875" marR="54875" marL="54875">
                    <a:lnL cap="flat" cmpd="sng" w="9525">
                      <a:solidFill>
                        <a:srgbClr val="3E6B4A"/>
                      </a:solidFill>
                      <a:prstDash val="solid"/>
                      <a:round/>
                      <a:headEnd len="sm" w="sm" type="none"/>
                      <a:tailEnd len="sm" w="sm" type="none"/>
                    </a:lnL>
                    <a:lnR cap="flat" cmpd="sng" w="9525">
                      <a:solidFill>
                        <a:srgbClr val="3E6B4A"/>
                      </a:solidFill>
                      <a:prstDash val="solid"/>
                      <a:round/>
                      <a:headEnd len="sm" w="sm" type="none"/>
                      <a:tailEnd len="sm" w="sm" type="none"/>
                    </a:lnR>
                    <a:lnT cap="flat" cmpd="sng" w="9525">
                      <a:solidFill>
                        <a:srgbClr val="3E6B4A"/>
                      </a:solidFill>
                      <a:prstDash val="solid"/>
                      <a:round/>
                      <a:headEnd len="sm" w="sm" type="none"/>
                      <a:tailEnd len="sm" w="sm" type="none"/>
                    </a:lnT>
                    <a:lnB cap="flat" cmpd="sng" w="9525">
                      <a:solidFill>
                        <a:srgbClr val="3E6B4A"/>
                      </a:solidFill>
                      <a:prstDash val="solid"/>
                      <a:round/>
                      <a:headEnd len="sm" w="sm" type="none"/>
                      <a:tailEnd len="sm" w="sm" type="none"/>
                    </a:lnB>
                    <a:solidFill>
                      <a:srgbClr val="274E13"/>
                    </a:solidFill>
                  </a:tcPr>
                </a:tc>
                <a:tc>
                  <a:txBody>
                    <a:bodyPr/>
                    <a:lstStyle/>
                    <a:p>
                      <a:pPr indent="0" lvl="0" marL="0" marR="0" rtl="0" algn="l">
                        <a:spcBef>
                          <a:spcPts val="0"/>
                        </a:spcBef>
                        <a:spcAft>
                          <a:spcPts val="0"/>
                        </a:spcAft>
                        <a:buClr>
                          <a:schemeClr val="dk2"/>
                        </a:buClr>
                        <a:buSzPts val="1300"/>
                        <a:buFont typeface="Times New Roman"/>
                        <a:buNone/>
                      </a:pPr>
                      <a:r>
                        <a:rPr b="1" i="0" lang="en-US" sz="1300" u="none" cap="none" strike="noStrike">
                          <a:solidFill>
                            <a:schemeClr val="lt1"/>
                          </a:solidFill>
                          <a:latin typeface="Times New Roman"/>
                          <a:ea typeface="Times New Roman"/>
                          <a:cs typeface="Times New Roman"/>
                          <a:sym typeface="Times New Roman"/>
                        </a:rPr>
                        <a:t>Voz del oso</a:t>
                      </a:r>
                      <a:endParaRPr i="0" sz="1300" u="none" cap="none" strike="noStrike">
                        <a:solidFill>
                          <a:schemeClr val="lt1"/>
                        </a:solidFill>
                        <a:latin typeface="Times New Roman"/>
                        <a:ea typeface="Times New Roman"/>
                        <a:cs typeface="Times New Roman"/>
                        <a:sym typeface="Times New Roman"/>
                      </a:endParaRPr>
                    </a:p>
                  </a:txBody>
                  <a:tcPr marT="54875" marB="54875" marR="54875" marL="54875">
                    <a:lnL cap="flat" cmpd="sng" w="9525">
                      <a:solidFill>
                        <a:srgbClr val="3E6B4A"/>
                      </a:solidFill>
                      <a:prstDash val="solid"/>
                      <a:round/>
                      <a:headEnd len="sm" w="sm" type="none"/>
                      <a:tailEnd len="sm" w="sm" type="none"/>
                    </a:lnL>
                    <a:lnR cap="flat" cmpd="sng" w="9525">
                      <a:solidFill>
                        <a:srgbClr val="3E6B4A"/>
                      </a:solidFill>
                      <a:prstDash val="solid"/>
                      <a:round/>
                      <a:headEnd len="sm" w="sm" type="none"/>
                      <a:tailEnd len="sm" w="sm" type="none"/>
                    </a:lnR>
                    <a:lnT cap="flat" cmpd="sng" w="9525">
                      <a:solidFill>
                        <a:srgbClr val="3E6B4A"/>
                      </a:solidFill>
                      <a:prstDash val="solid"/>
                      <a:round/>
                      <a:headEnd len="sm" w="sm" type="none"/>
                      <a:tailEnd len="sm" w="sm" type="none"/>
                    </a:lnT>
                    <a:lnB cap="flat" cmpd="sng" w="9525">
                      <a:solidFill>
                        <a:srgbClr val="3E6B4A"/>
                      </a:solidFill>
                      <a:prstDash val="solid"/>
                      <a:round/>
                      <a:headEnd len="sm" w="sm" type="none"/>
                      <a:tailEnd len="sm" w="sm" type="none"/>
                    </a:lnB>
                    <a:solidFill>
                      <a:srgbClr val="274E13"/>
                    </a:solidFill>
                  </a:tcPr>
                </a:tc>
              </a:tr>
              <a:tr h="165100">
                <a:tc>
                  <a:txBody>
                    <a:bodyPr/>
                    <a:lstStyle/>
                    <a:p>
                      <a:pPr indent="0" lvl="0" marL="0" marR="0" rtl="0" algn="l">
                        <a:spcBef>
                          <a:spcPts val="0"/>
                        </a:spcBef>
                        <a:spcAft>
                          <a:spcPts val="0"/>
                        </a:spcAft>
                        <a:buClr>
                          <a:schemeClr val="lt1"/>
                        </a:buClr>
                        <a:buSzPts val="1300"/>
                        <a:buFont typeface="Times New Roman"/>
                        <a:buNone/>
                      </a:pPr>
                      <a:r>
                        <a:rPr b="1" i="0" lang="en-US" sz="1300" u="none" cap="none" strike="noStrike">
                          <a:solidFill>
                            <a:schemeClr val="lt1"/>
                          </a:solidFill>
                          <a:latin typeface="Times New Roman"/>
                          <a:ea typeface="Times New Roman"/>
                          <a:cs typeface="Times New Roman"/>
                          <a:sym typeface="Times New Roman"/>
                        </a:rPr>
                        <a:t>Invierno</a:t>
                      </a:r>
                      <a:endParaRPr i="0" sz="1300" u="none" cap="none" strike="noStrike">
                        <a:solidFill>
                          <a:schemeClr val="lt1"/>
                        </a:solidFill>
                        <a:latin typeface="Times New Roman"/>
                        <a:ea typeface="Times New Roman"/>
                        <a:cs typeface="Times New Roman"/>
                        <a:sym typeface="Times New Roman"/>
                      </a:endParaRPr>
                    </a:p>
                  </a:txBody>
                  <a:tcPr marT="54875" marB="54875" marR="54875" marL="54875">
                    <a:lnL cap="flat" cmpd="sng" w="9525">
                      <a:solidFill>
                        <a:srgbClr val="3E6B4A"/>
                      </a:solidFill>
                      <a:prstDash val="solid"/>
                      <a:round/>
                      <a:headEnd len="sm" w="sm" type="none"/>
                      <a:tailEnd len="sm" w="sm" type="none"/>
                    </a:lnL>
                    <a:lnR cap="flat" cmpd="sng" w="9525">
                      <a:solidFill>
                        <a:srgbClr val="3E6B4A"/>
                      </a:solidFill>
                      <a:prstDash val="solid"/>
                      <a:round/>
                      <a:headEnd len="sm" w="sm" type="none"/>
                      <a:tailEnd len="sm" w="sm" type="none"/>
                    </a:lnR>
                    <a:lnT cap="flat" cmpd="sng" w="9525">
                      <a:solidFill>
                        <a:srgbClr val="3E6B4A"/>
                      </a:solidFill>
                      <a:prstDash val="solid"/>
                      <a:round/>
                      <a:headEnd len="sm" w="sm" type="none"/>
                      <a:tailEnd len="sm" w="sm" type="none"/>
                    </a:lnT>
                    <a:lnB cap="flat" cmpd="sng" w="9525">
                      <a:solidFill>
                        <a:srgbClr val="3E6B4A"/>
                      </a:solidFill>
                      <a:prstDash val="solid"/>
                      <a:round/>
                      <a:headEnd len="sm" w="sm" type="none"/>
                      <a:tailEnd len="sm" w="sm" type="none"/>
                    </a:lnB>
                    <a:solidFill>
                      <a:srgbClr val="38761D"/>
                    </a:solidFill>
                  </a:tcPr>
                </a:tc>
                <a:tc>
                  <a:txBody>
                    <a:bodyPr/>
                    <a:lstStyle/>
                    <a:p>
                      <a:pPr indent="0" lvl="0" marL="0" marR="0" rtl="0" algn="l">
                        <a:spcBef>
                          <a:spcPts val="0"/>
                        </a:spcBef>
                        <a:spcAft>
                          <a:spcPts val="0"/>
                        </a:spcAft>
                        <a:buClr>
                          <a:schemeClr val="lt1"/>
                        </a:buClr>
                        <a:buSzPts val="1300"/>
                        <a:buFont typeface="Times New Roman"/>
                        <a:buNone/>
                      </a:pPr>
                      <a:r>
                        <a:rPr i="0" lang="en-US" sz="1300" u="none" cap="none" strike="noStrike">
                          <a:solidFill>
                            <a:schemeClr val="lt1"/>
                          </a:solidFill>
                          <a:latin typeface="Times New Roman"/>
                          <a:ea typeface="Times New Roman"/>
                          <a:cs typeface="Times New Roman"/>
                          <a:sym typeface="Times New Roman"/>
                        </a:rPr>
                        <a:t>100%</a:t>
                      </a:r>
                      <a:endParaRPr i="0" sz="1300" u="none" cap="none" strike="noStrike">
                        <a:solidFill>
                          <a:schemeClr val="lt1"/>
                        </a:solidFill>
                        <a:latin typeface="Times New Roman"/>
                        <a:ea typeface="Times New Roman"/>
                        <a:cs typeface="Times New Roman"/>
                        <a:sym typeface="Times New Roman"/>
                      </a:endParaRPr>
                    </a:p>
                  </a:txBody>
                  <a:tcPr marT="54875" marB="54875" marR="54875" marL="54875">
                    <a:lnL cap="flat" cmpd="sng" w="9525">
                      <a:solidFill>
                        <a:srgbClr val="3E6B4A"/>
                      </a:solidFill>
                      <a:prstDash val="solid"/>
                      <a:round/>
                      <a:headEnd len="sm" w="sm" type="none"/>
                      <a:tailEnd len="sm" w="sm" type="none"/>
                    </a:lnL>
                    <a:lnR cap="flat" cmpd="sng" w="9525">
                      <a:solidFill>
                        <a:srgbClr val="3E6B4A"/>
                      </a:solidFill>
                      <a:prstDash val="solid"/>
                      <a:round/>
                      <a:headEnd len="sm" w="sm" type="none"/>
                      <a:tailEnd len="sm" w="sm" type="none"/>
                    </a:lnR>
                    <a:lnT cap="flat" cmpd="sng" w="9525">
                      <a:solidFill>
                        <a:srgbClr val="3E6B4A"/>
                      </a:solidFill>
                      <a:prstDash val="solid"/>
                      <a:round/>
                      <a:headEnd len="sm" w="sm" type="none"/>
                      <a:tailEnd len="sm" w="sm" type="none"/>
                    </a:lnT>
                    <a:lnB cap="flat" cmpd="sng" w="9525">
                      <a:solidFill>
                        <a:srgbClr val="3E6B4A"/>
                      </a:solidFill>
                      <a:prstDash val="solid"/>
                      <a:round/>
                      <a:headEnd len="sm" w="sm" type="none"/>
                      <a:tailEnd len="sm" w="sm" type="none"/>
                    </a:lnB>
                    <a:solidFill>
                      <a:srgbClr val="38761D"/>
                    </a:solidFill>
                  </a:tcPr>
                </a:tc>
                <a:tc>
                  <a:txBody>
                    <a:bodyPr/>
                    <a:lstStyle/>
                    <a:p>
                      <a:pPr indent="0" lvl="0" marL="0" marR="0" rtl="0" algn="l">
                        <a:spcBef>
                          <a:spcPts val="0"/>
                        </a:spcBef>
                        <a:spcAft>
                          <a:spcPts val="0"/>
                        </a:spcAft>
                        <a:buClr>
                          <a:schemeClr val="lt1"/>
                        </a:buClr>
                        <a:buSzPts val="1300"/>
                        <a:buFont typeface="Times New Roman"/>
                        <a:buNone/>
                      </a:pPr>
                      <a:r>
                        <a:rPr i="0" lang="en-US" sz="1300" u="none" cap="none" strike="noStrike">
                          <a:solidFill>
                            <a:schemeClr val="lt1"/>
                          </a:solidFill>
                          <a:latin typeface="Times New Roman"/>
                          <a:ea typeface="Times New Roman"/>
                          <a:cs typeface="Times New Roman"/>
                          <a:sym typeface="Times New Roman"/>
                        </a:rPr>
                        <a:t>En invierno la esponja está llena. El agua alcanza para todos.</a:t>
                      </a:r>
                      <a:endParaRPr i="0" sz="1300" u="none" cap="none" strike="noStrike">
                        <a:solidFill>
                          <a:schemeClr val="lt1"/>
                        </a:solidFill>
                        <a:latin typeface="Times New Roman"/>
                        <a:ea typeface="Times New Roman"/>
                        <a:cs typeface="Times New Roman"/>
                        <a:sym typeface="Times New Roman"/>
                      </a:endParaRPr>
                    </a:p>
                  </a:txBody>
                  <a:tcPr marT="54875" marB="54875" marR="54875" marL="54875">
                    <a:lnL cap="flat" cmpd="sng" w="9525">
                      <a:solidFill>
                        <a:srgbClr val="3E6B4A"/>
                      </a:solidFill>
                      <a:prstDash val="solid"/>
                      <a:round/>
                      <a:headEnd len="sm" w="sm" type="none"/>
                      <a:tailEnd len="sm" w="sm" type="none"/>
                    </a:lnL>
                    <a:lnR cap="flat" cmpd="sng" w="9525">
                      <a:solidFill>
                        <a:srgbClr val="3E6B4A"/>
                      </a:solidFill>
                      <a:prstDash val="solid"/>
                      <a:round/>
                      <a:headEnd len="sm" w="sm" type="none"/>
                      <a:tailEnd len="sm" w="sm" type="none"/>
                    </a:lnR>
                    <a:lnT cap="flat" cmpd="sng" w="9525">
                      <a:solidFill>
                        <a:srgbClr val="3E6B4A"/>
                      </a:solidFill>
                      <a:prstDash val="solid"/>
                      <a:round/>
                      <a:headEnd len="sm" w="sm" type="none"/>
                      <a:tailEnd len="sm" w="sm" type="none"/>
                    </a:lnT>
                    <a:lnB cap="flat" cmpd="sng" w="9525">
                      <a:solidFill>
                        <a:srgbClr val="3E6B4A"/>
                      </a:solidFill>
                      <a:prstDash val="solid"/>
                      <a:round/>
                      <a:headEnd len="sm" w="sm" type="none"/>
                      <a:tailEnd len="sm" w="sm" type="none"/>
                    </a:lnB>
                    <a:solidFill>
                      <a:srgbClr val="38761D"/>
                    </a:solidFill>
                  </a:tcPr>
                </a:tc>
              </a:tr>
              <a:tr h="165100">
                <a:tc>
                  <a:txBody>
                    <a:bodyPr/>
                    <a:lstStyle/>
                    <a:p>
                      <a:pPr indent="0" lvl="0" marL="0" marR="0" rtl="0" algn="l">
                        <a:spcBef>
                          <a:spcPts val="0"/>
                        </a:spcBef>
                        <a:spcAft>
                          <a:spcPts val="0"/>
                        </a:spcAft>
                        <a:buClr>
                          <a:schemeClr val="lt1"/>
                        </a:buClr>
                        <a:buSzPts val="1300"/>
                        <a:buFont typeface="Times New Roman"/>
                        <a:buNone/>
                      </a:pPr>
                      <a:r>
                        <a:rPr b="1" i="0" lang="en-US" sz="1300" u="none" cap="none" strike="noStrike">
                          <a:solidFill>
                            <a:schemeClr val="lt1"/>
                          </a:solidFill>
                          <a:latin typeface="Times New Roman"/>
                          <a:ea typeface="Times New Roman"/>
                          <a:cs typeface="Times New Roman"/>
                          <a:sym typeface="Times New Roman"/>
                        </a:rPr>
                        <a:t>Transición</a:t>
                      </a:r>
                      <a:endParaRPr i="0" sz="1300" u="none" cap="none" strike="noStrike">
                        <a:solidFill>
                          <a:schemeClr val="lt1"/>
                        </a:solidFill>
                        <a:latin typeface="Times New Roman"/>
                        <a:ea typeface="Times New Roman"/>
                        <a:cs typeface="Times New Roman"/>
                        <a:sym typeface="Times New Roman"/>
                      </a:endParaRPr>
                    </a:p>
                  </a:txBody>
                  <a:tcPr marT="54875" marB="54875" marR="54875" marL="54875">
                    <a:lnL cap="flat" cmpd="sng" w="9525">
                      <a:solidFill>
                        <a:srgbClr val="3E6B4A"/>
                      </a:solidFill>
                      <a:prstDash val="solid"/>
                      <a:round/>
                      <a:headEnd len="sm" w="sm" type="none"/>
                      <a:tailEnd len="sm" w="sm" type="none"/>
                    </a:lnL>
                    <a:lnR cap="flat" cmpd="sng" w="9525">
                      <a:solidFill>
                        <a:srgbClr val="3E6B4A"/>
                      </a:solidFill>
                      <a:prstDash val="solid"/>
                      <a:round/>
                      <a:headEnd len="sm" w="sm" type="none"/>
                      <a:tailEnd len="sm" w="sm" type="none"/>
                    </a:lnR>
                    <a:lnT cap="flat" cmpd="sng" w="9525">
                      <a:solidFill>
                        <a:srgbClr val="3E6B4A"/>
                      </a:solidFill>
                      <a:prstDash val="solid"/>
                      <a:round/>
                      <a:headEnd len="sm" w="sm" type="none"/>
                      <a:tailEnd len="sm" w="sm" type="none"/>
                    </a:lnT>
                    <a:lnB cap="flat" cmpd="sng" w="9525">
                      <a:solidFill>
                        <a:srgbClr val="3E6B4A"/>
                      </a:solidFill>
                      <a:prstDash val="solid"/>
                      <a:round/>
                      <a:headEnd len="sm" w="sm" type="none"/>
                      <a:tailEnd len="sm" w="sm" type="none"/>
                    </a:lnB>
                    <a:solidFill>
                      <a:srgbClr val="38761D"/>
                    </a:solidFill>
                  </a:tcPr>
                </a:tc>
                <a:tc>
                  <a:txBody>
                    <a:bodyPr/>
                    <a:lstStyle/>
                    <a:p>
                      <a:pPr indent="0" lvl="0" marL="0" marR="0" rtl="0" algn="l">
                        <a:spcBef>
                          <a:spcPts val="0"/>
                        </a:spcBef>
                        <a:spcAft>
                          <a:spcPts val="0"/>
                        </a:spcAft>
                        <a:buClr>
                          <a:schemeClr val="lt1"/>
                        </a:buClr>
                        <a:buSzPts val="1300"/>
                        <a:buFont typeface="Times New Roman"/>
                        <a:buNone/>
                      </a:pPr>
                      <a:r>
                        <a:rPr i="0" lang="en-US" sz="1300" u="none" cap="none" strike="noStrike">
                          <a:solidFill>
                            <a:schemeClr val="lt1"/>
                          </a:solidFill>
                          <a:latin typeface="Times New Roman"/>
                          <a:ea typeface="Times New Roman"/>
                          <a:cs typeface="Times New Roman"/>
                          <a:sym typeface="Times New Roman"/>
                        </a:rPr>
                        <a:t>70%</a:t>
                      </a:r>
                      <a:endParaRPr i="0" sz="1300" u="none" cap="none" strike="noStrike">
                        <a:solidFill>
                          <a:schemeClr val="lt1"/>
                        </a:solidFill>
                        <a:latin typeface="Times New Roman"/>
                        <a:ea typeface="Times New Roman"/>
                        <a:cs typeface="Times New Roman"/>
                        <a:sym typeface="Times New Roman"/>
                      </a:endParaRPr>
                    </a:p>
                  </a:txBody>
                  <a:tcPr marT="54875" marB="54875" marR="54875" marL="54875">
                    <a:lnL cap="flat" cmpd="sng" w="9525">
                      <a:solidFill>
                        <a:srgbClr val="3E6B4A"/>
                      </a:solidFill>
                      <a:prstDash val="solid"/>
                      <a:round/>
                      <a:headEnd len="sm" w="sm" type="none"/>
                      <a:tailEnd len="sm" w="sm" type="none"/>
                    </a:lnL>
                    <a:lnR cap="flat" cmpd="sng" w="9525">
                      <a:solidFill>
                        <a:srgbClr val="3E6B4A"/>
                      </a:solidFill>
                      <a:prstDash val="solid"/>
                      <a:round/>
                      <a:headEnd len="sm" w="sm" type="none"/>
                      <a:tailEnd len="sm" w="sm" type="none"/>
                    </a:lnR>
                    <a:lnT cap="flat" cmpd="sng" w="9525">
                      <a:solidFill>
                        <a:srgbClr val="3E6B4A"/>
                      </a:solidFill>
                      <a:prstDash val="solid"/>
                      <a:round/>
                      <a:headEnd len="sm" w="sm" type="none"/>
                      <a:tailEnd len="sm" w="sm" type="none"/>
                    </a:lnT>
                    <a:lnB cap="flat" cmpd="sng" w="9525">
                      <a:solidFill>
                        <a:srgbClr val="3E6B4A"/>
                      </a:solidFill>
                      <a:prstDash val="solid"/>
                      <a:round/>
                      <a:headEnd len="sm" w="sm" type="none"/>
                      <a:tailEnd len="sm" w="sm" type="none"/>
                    </a:lnB>
                    <a:solidFill>
                      <a:srgbClr val="38761D"/>
                    </a:solidFill>
                  </a:tcPr>
                </a:tc>
                <a:tc>
                  <a:txBody>
                    <a:bodyPr/>
                    <a:lstStyle/>
                    <a:p>
                      <a:pPr indent="0" lvl="0" marL="0" marR="0" rtl="0" algn="l">
                        <a:spcBef>
                          <a:spcPts val="0"/>
                        </a:spcBef>
                        <a:spcAft>
                          <a:spcPts val="0"/>
                        </a:spcAft>
                        <a:buClr>
                          <a:schemeClr val="lt1"/>
                        </a:buClr>
                        <a:buSzPts val="1300"/>
                        <a:buFont typeface="Times New Roman"/>
                        <a:buNone/>
                      </a:pPr>
                      <a:r>
                        <a:rPr i="0" lang="en-US" sz="1300" u="none" cap="none" strike="noStrike">
                          <a:solidFill>
                            <a:schemeClr val="lt1"/>
                          </a:solidFill>
                          <a:latin typeface="Times New Roman"/>
                          <a:ea typeface="Times New Roman"/>
                          <a:cs typeface="Times New Roman"/>
                          <a:sym typeface="Times New Roman"/>
                        </a:rPr>
                        <a:t>Empieza a bajar. Ya huelo la basura de la orilla más cerca del agua.</a:t>
                      </a:r>
                      <a:endParaRPr i="0" sz="1300" u="none" cap="none" strike="noStrike">
                        <a:solidFill>
                          <a:schemeClr val="lt1"/>
                        </a:solidFill>
                        <a:latin typeface="Times New Roman"/>
                        <a:ea typeface="Times New Roman"/>
                        <a:cs typeface="Times New Roman"/>
                        <a:sym typeface="Times New Roman"/>
                      </a:endParaRPr>
                    </a:p>
                  </a:txBody>
                  <a:tcPr marT="54875" marB="54875" marR="54875" marL="54875">
                    <a:lnL cap="flat" cmpd="sng" w="9525">
                      <a:solidFill>
                        <a:srgbClr val="3E6B4A"/>
                      </a:solidFill>
                      <a:prstDash val="solid"/>
                      <a:round/>
                      <a:headEnd len="sm" w="sm" type="none"/>
                      <a:tailEnd len="sm" w="sm" type="none"/>
                    </a:lnL>
                    <a:lnR cap="flat" cmpd="sng" w="9525">
                      <a:solidFill>
                        <a:srgbClr val="3E6B4A"/>
                      </a:solidFill>
                      <a:prstDash val="solid"/>
                      <a:round/>
                      <a:headEnd len="sm" w="sm" type="none"/>
                      <a:tailEnd len="sm" w="sm" type="none"/>
                    </a:lnR>
                    <a:lnT cap="flat" cmpd="sng" w="9525">
                      <a:solidFill>
                        <a:srgbClr val="3E6B4A"/>
                      </a:solidFill>
                      <a:prstDash val="solid"/>
                      <a:round/>
                      <a:headEnd len="sm" w="sm" type="none"/>
                      <a:tailEnd len="sm" w="sm" type="none"/>
                    </a:lnT>
                    <a:lnB cap="flat" cmpd="sng" w="9525">
                      <a:solidFill>
                        <a:srgbClr val="3E6B4A"/>
                      </a:solidFill>
                      <a:prstDash val="solid"/>
                      <a:round/>
                      <a:headEnd len="sm" w="sm" type="none"/>
                      <a:tailEnd len="sm" w="sm" type="none"/>
                    </a:lnB>
                    <a:solidFill>
                      <a:srgbClr val="38761D"/>
                    </a:solidFill>
                  </a:tcPr>
                </a:tc>
              </a:tr>
              <a:tr h="165100">
                <a:tc>
                  <a:txBody>
                    <a:bodyPr/>
                    <a:lstStyle/>
                    <a:p>
                      <a:pPr indent="0" lvl="0" marL="0" marR="0" rtl="0" algn="l">
                        <a:spcBef>
                          <a:spcPts val="0"/>
                        </a:spcBef>
                        <a:spcAft>
                          <a:spcPts val="0"/>
                        </a:spcAft>
                        <a:buClr>
                          <a:schemeClr val="lt1"/>
                        </a:buClr>
                        <a:buSzPts val="1300"/>
                        <a:buFont typeface="Times New Roman"/>
                        <a:buNone/>
                      </a:pPr>
                      <a:r>
                        <a:rPr b="1" i="0" lang="en-US" sz="1300" u="none" cap="none" strike="noStrike">
                          <a:solidFill>
                            <a:schemeClr val="lt1"/>
                          </a:solidFill>
                          <a:latin typeface="Times New Roman"/>
                          <a:ea typeface="Times New Roman"/>
                          <a:cs typeface="Times New Roman"/>
                          <a:sym typeface="Times New Roman"/>
                        </a:rPr>
                        <a:t>Verano</a:t>
                      </a:r>
                      <a:endParaRPr i="0" sz="1300" u="none" cap="none" strike="noStrike">
                        <a:solidFill>
                          <a:schemeClr val="lt1"/>
                        </a:solidFill>
                        <a:latin typeface="Times New Roman"/>
                        <a:ea typeface="Times New Roman"/>
                        <a:cs typeface="Times New Roman"/>
                        <a:sym typeface="Times New Roman"/>
                      </a:endParaRPr>
                    </a:p>
                  </a:txBody>
                  <a:tcPr marT="54875" marB="54875" marR="54875" marL="54875">
                    <a:lnL cap="flat" cmpd="sng" w="9525">
                      <a:solidFill>
                        <a:srgbClr val="3E6B4A"/>
                      </a:solidFill>
                      <a:prstDash val="solid"/>
                      <a:round/>
                      <a:headEnd len="sm" w="sm" type="none"/>
                      <a:tailEnd len="sm" w="sm" type="none"/>
                    </a:lnL>
                    <a:lnR cap="flat" cmpd="sng" w="9525">
                      <a:solidFill>
                        <a:srgbClr val="3E6B4A"/>
                      </a:solidFill>
                      <a:prstDash val="solid"/>
                      <a:round/>
                      <a:headEnd len="sm" w="sm" type="none"/>
                      <a:tailEnd len="sm" w="sm" type="none"/>
                    </a:lnR>
                    <a:lnT cap="flat" cmpd="sng" w="9525">
                      <a:solidFill>
                        <a:srgbClr val="3E6B4A"/>
                      </a:solidFill>
                      <a:prstDash val="solid"/>
                      <a:round/>
                      <a:headEnd len="sm" w="sm" type="none"/>
                      <a:tailEnd len="sm" w="sm" type="none"/>
                    </a:lnT>
                    <a:lnB cap="flat" cmpd="sng" w="9525">
                      <a:solidFill>
                        <a:srgbClr val="3E6B4A"/>
                      </a:solidFill>
                      <a:prstDash val="solid"/>
                      <a:round/>
                      <a:headEnd len="sm" w="sm" type="none"/>
                      <a:tailEnd len="sm" w="sm" type="none"/>
                    </a:lnB>
                    <a:solidFill>
                      <a:srgbClr val="38761D"/>
                    </a:solidFill>
                  </a:tcPr>
                </a:tc>
                <a:tc>
                  <a:txBody>
                    <a:bodyPr/>
                    <a:lstStyle/>
                    <a:p>
                      <a:pPr indent="0" lvl="0" marL="0" marR="0" rtl="0" algn="l">
                        <a:spcBef>
                          <a:spcPts val="0"/>
                        </a:spcBef>
                        <a:spcAft>
                          <a:spcPts val="0"/>
                        </a:spcAft>
                        <a:buClr>
                          <a:schemeClr val="lt1"/>
                        </a:buClr>
                        <a:buSzPts val="1300"/>
                        <a:buFont typeface="Times New Roman"/>
                        <a:buNone/>
                      </a:pPr>
                      <a:r>
                        <a:rPr i="0" lang="en-US" sz="1300" u="none" cap="none" strike="noStrike">
                          <a:solidFill>
                            <a:schemeClr val="lt1"/>
                          </a:solidFill>
                          <a:latin typeface="Times New Roman"/>
                          <a:ea typeface="Times New Roman"/>
                          <a:cs typeface="Times New Roman"/>
                          <a:sym typeface="Times New Roman"/>
                        </a:rPr>
                        <a:t>45%</a:t>
                      </a:r>
                      <a:endParaRPr i="0" sz="1300" u="none" cap="none" strike="noStrike">
                        <a:solidFill>
                          <a:schemeClr val="lt1"/>
                        </a:solidFill>
                        <a:latin typeface="Times New Roman"/>
                        <a:ea typeface="Times New Roman"/>
                        <a:cs typeface="Times New Roman"/>
                        <a:sym typeface="Times New Roman"/>
                      </a:endParaRPr>
                    </a:p>
                  </a:txBody>
                  <a:tcPr marT="54875" marB="54875" marR="54875" marL="54875">
                    <a:lnL cap="flat" cmpd="sng" w="9525">
                      <a:solidFill>
                        <a:srgbClr val="3E6B4A"/>
                      </a:solidFill>
                      <a:prstDash val="solid"/>
                      <a:round/>
                      <a:headEnd len="sm" w="sm" type="none"/>
                      <a:tailEnd len="sm" w="sm" type="none"/>
                    </a:lnL>
                    <a:lnR cap="flat" cmpd="sng" w="9525">
                      <a:solidFill>
                        <a:srgbClr val="3E6B4A"/>
                      </a:solidFill>
                      <a:prstDash val="solid"/>
                      <a:round/>
                      <a:headEnd len="sm" w="sm" type="none"/>
                      <a:tailEnd len="sm" w="sm" type="none"/>
                    </a:lnR>
                    <a:lnT cap="flat" cmpd="sng" w="9525">
                      <a:solidFill>
                        <a:srgbClr val="3E6B4A"/>
                      </a:solidFill>
                      <a:prstDash val="solid"/>
                      <a:round/>
                      <a:headEnd len="sm" w="sm" type="none"/>
                      <a:tailEnd len="sm" w="sm" type="none"/>
                    </a:lnT>
                    <a:lnB cap="flat" cmpd="sng" w="9525">
                      <a:solidFill>
                        <a:srgbClr val="3E6B4A"/>
                      </a:solidFill>
                      <a:prstDash val="solid"/>
                      <a:round/>
                      <a:headEnd len="sm" w="sm" type="none"/>
                      <a:tailEnd len="sm" w="sm" type="none"/>
                    </a:lnB>
                    <a:solidFill>
                      <a:srgbClr val="38761D"/>
                    </a:solidFill>
                  </a:tcPr>
                </a:tc>
                <a:tc>
                  <a:txBody>
                    <a:bodyPr/>
                    <a:lstStyle/>
                    <a:p>
                      <a:pPr indent="0" lvl="0" marL="0" marR="0" rtl="0" algn="l">
                        <a:spcBef>
                          <a:spcPts val="0"/>
                        </a:spcBef>
                        <a:spcAft>
                          <a:spcPts val="0"/>
                        </a:spcAft>
                        <a:buClr>
                          <a:schemeClr val="lt1"/>
                        </a:buClr>
                        <a:buSzPts val="1300"/>
                        <a:buFont typeface="Times New Roman"/>
                        <a:buNone/>
                      </a:pPr>
                      <a:r>
                        <a:rPr i="0" lang="en-US" sz="1300" u="none" cap="none" strike="noStrike">
                          <a:solidFill>
                            <a:schemeClr val="lt1"/>
                          </a:solidFill>
                          <a:latin typeface="Times New Roman"/>
                          <a:ea typeface="Times New Roman"/>
                          <a:cs typeface="Times New Roman"/>
                          <a:sym typeface="Times New Roman"/>
                        </a:rPr>
                        <a:t>Es verano. Lo que botaron está casi encima del agua que me queda.</a:t>
                      </a:r>
                      <a:endParaRPr i="0" sz="1300" u="none" cap="none" strike="noStrike">
                        <a:solidFill>
                          <a:schemeClr val="lt1"/>
                        </a:solidFill>
                        <a:latin typeface="Times New Roman"/>
                        <a:ea typeface="Times New Roman"/>
                        <a:cs typeface="Times New Roman"/>
                        <a:sym typeface="Times New Roman"/>
                      </a:endParaRPr>
                    </a:p>
                  </a:txBody>
                  <a:tcPr marT="54875" marB="54875" marR="54875" marL="54875">
                    <a:lnL cap="flat" cmpd="sng" w="9525">
                      <a:solidFill>
                        <a:srgbClr val="3E6B4A"/>
                      </a:solidFill>
                      <a:prstDash val="solid"/>
                      <a:round/>
                      <a:headEnd len="sm" w="sm" type="none"/>
                      <a:tailEnd len="sm" w="sm" type="none"/>
                    </a:lnL>
                    <a:lnR cap="flat" cmpd="sng" w="9525">
                      <a:solidFill>
                        <a:srgbClr val="3E6B4A"/>
                      </a:solidFill>
                      <a:prstDash val="solid"/>
                      <a:round/>
                      <a:headEnd len="sm" w="sm" type="none"/>
                      <a:tailEnd len="sm" w="sm" type="none"/>
                    </a:lnR>
                    <a:lnT cap="flat" cmpd="sng" w="9525">
                      <a:solidFill>
                        <a:srgbClr val="3E6B4A"/>
                      </a:solidFill>
                      <a:prstDash val="solid"/>
                      <a:round/>
                      <a:headEnd len="sm" w="sm" type="none"/>
                      <a:tailEnd len="sm" w="sm" type="none"/>
                    </a:lnT>
                    <a:lnB cap="flat" cmpd="sng" w="9525">
                      <a:solidFill>
                        <a:srgbClr val="3E6B4A"/>
                      </a:solidFill>
                      <a:prstDash val="solid"/>
                      <a:round/>
                      <a:headEnd len="sm" w="sm" type="none"/>
                      <a:tailEnd len="sm" w="sm" type="none"/>
                    </a:lnB>
                    <a:solidFill>
                      <a:srgbClr val="38761D"/>
                    </a:solidFill>
                  </a:tcPr>
                </a:tc>
              </a:tr>
              <a:tr h="165100">
                <a:tc>
                  <a:txBody>
                    <a:bodyPr/>
                    <a:lstStyle/>
                    <a:p>
                      <a:pPr indent="0" lvl="0" marL="0" marR="0" rtl="0" algn="l">
                        <a:spcBef>
                          <a:spcPts val="0"/>
                        </a:spcBef>
                        <a:spcAft>
                          <a:spcPts val="0"/>
                        </a:spcAft>
                        <a:buClr>
                          <a:schemeClr val="lt1"/>
                        </a:buClr>
                        <a:buSzPts val="1300"/>
                        <a:buFont typeface="Times New Roman"/>
                        <a:buNone/>
                      </a:pPr>
                      <a:r>
                        <a:rPr b="1" i="0" lang="en-US" sz="1300" u="none" cap="none" strike="noStrike">
                          <a:solidFill>
                            <a:schemeClr val="lt1"/>
                          </a:solidFill>
                          <a:latin typeface="Times New Roman"/>
                          <a:ea typeface="Times New Roman"/>
                          <a:cs typeface="Times New Roman"/>
                          <a:sym typeface="Times New Roman"/>
                        </a:rPr>
                        <a:t>Verano con El Niño</a:t>
                      </a:r>
                      <a:endParaRPr i="0" sz="1300" u="none" cap="none" strike="noStrike">
                        <a:solidFill>
                          <a:schemeClr val="lt1"/>
                        </a:solidFill>
                        <a:latin typeface="Times New Roman"/>
                        <a:ea typeface="Times New Roman"/>
                        <a:cs typeface="Times New Roman"/>
                        <a:sym typeface="Times New Roman"/>
                      </a:endParaRPr>
                    </a:p>
                  </a:txBody>
                  <a:tcPr marT="54875" marB="54875" marR="54875" marL="54875">
                    <a:lnL cap="flat" cmpd="sng" w="9525">
                      <a:solidFill>
                        <a:srgbClr val="3E6B4A"/>
                      </a:solidFill>
                      <a:prstDash val="solid"/>
                      <a:round/>
                      <a:headEnd len="sm" w="sm" type="none"/>
                      <a:tailEnd len="sm" w="sm" type="none"/>
                    </a:lnL>
                    <a:lnR cap="flat" cmpd="sng" w="9525">
                      <a:solidFill>
                        <a:srgbClr val="3E6B4A"/>
                      </a:solidFill>
                      <a:prstDash val="solid"/>
                      <a:round/>
                      <a:headEnd len="sm" w="sm" type="none"/>
                      <a:tailEnd len="sm" w="sm" type="none"/>
                    </a:lnR>
                    <a:lnT cap="flat" cmpd="sng" w="9525">
                      <a:solidFill>
                        <a:srgbClr val="3E6B4A"/>
                      </a:solidFill>
                      <a:prstDash val="solid"/>
                      <a:round/>
                      <a:headEnd len="sm" w="sm" type="none"/>
                      <a:tailEnd len="sm" w="sm" type="none"/>
                    </a:lnT>
                    <a:lnB cap="flat" cmpd="sng" w="9525">
                      <a:solidFill>
                        <a:srgbClr val="3E6B4A"/>
                      </a:solidFill>
                      <a:prstDash val="solid"/>
                      <a:round/>
                      <a:headEnd len="sm" w="sm" type="none"/>
                      <a:tailEnd len="sm" w="sm" type="none"/>
                    </a:lnB>
                    <a:solidFill>
                      <a:srgbClr val="38761D"/>
                    </a:solidFill>
                  </a:tcPr>
                </a:tc>
                <a:tc>
                  <a:txBody>
                    <a:bodyPr/>
                    <a:lstStyle/>
                    <a:p>
                      <a:pPr indent="0" lvl="0" marL="0" marR="0" rtl="0" algn="l">
                        <a:spcBef>
                          <a:spcPts val="0"/>
                        </a:spcBef>
                        <a:spcAft>
                          <a:spcPts val="0"/>
                        </a:spcAft>
                        <a:buClr>
                          <a:schemeClr val="lt1"/>
                        </a:buClr>
                        <a:buSzPts val="1300"/>
                        <a:buFont typeface="Times New Roman"/>
                        <a:buNone/>
                      </a:pPr>
                      <a:r>
                        <a:rPr i="0" lang="en-US" sz="1300" u="none" cap="none" strike="noStrike">
                          <a:solidFill>
                            <a:schemeClr val="lt1"/>
                          </a:solidFill>
                          <a:latin typeface="Times New Roman"/>
                          <a:ea typeface="Times New Roman"/>
                          <a:cs typeface="Times New Roman"/>
                          <a:sym typeface="Times New Roman"/>
                        </a:rPr>
                        <a:t>25%</a:t>
                      </a:r>
                      <a:endParaRPr i="0" sz="1300" u="none" cap="none" strike="noStrike">
                        <a:solidFill>
                          <a:schemeClr val="lt1"/>
                        </a:solidFill>
                        <a:latin typeface="Times New Roman"/>
                        <a:ea typeface="Times New Roman"/>
                        <a:cs typeface="Times New Roman"/>
                        <a:sym typeface="Times New Roman"/>
                      </a:endParaRPr>
                    </a:p>
                  </a:txBody>
                  <a:tcPr marT="54875" marB="54875" marR="54875" marL="54875">
                    <a:lnL cap="flat" cmpd="sng" w="9525">
                      <a:solidFill>
                        <a:srgbClr val="3E6B4A"/>
                      </a:solidFill>
                      <a:prstDash val="solid"/>
                      <a:round/>
                      <a:headEnd len="sm" w="sm" type="none"/>
                      <a:tailEnd len="sm" w="sm" type="none"/>
                    </a:lnL>
                    <a:lnR cap="flat" cmpd="sng" w="9525">
                      <a:solidFill>
                        <a:srgbClr val="3E6B4A"/>
                      </a:solidFill>
                      <a:prstDash val="solid"/>
                      <a:round/>
                      <a:headEnd len="sm" w="sm" type="none"/>
                      <a:tailEnd len="sm" w="sm" type="none"/>
                    </a:lnR>
                    <a:lnT cap="flat" cmpd="sng" w="9525">
                      <a:solidFill>
                        <a:srgbClr val="3E6B4A"/>
                      </a:solidFill>
                      <a:prstDash val="solid"/>
                      <a:round/>
                      <a:headEnd len="sm" w="sm" type="none"/>
                      <a:tailEnd len="sm" w="sm" type="none"/>
                    </a:lnT>
                    <a:lnB cap="flat" cmpd="sng" w="9525">
                      <a:solidFill>
                        <a:srgbClr val="3E6B4A"/>
                      </a:solidFill>
                      <a:prstDash val="solid"/>
                      <a:round/>
                      <a:headEnd len="sm" w="sm" type="none"/>
                      <a:tailEnd len="sm" w="sm" type="none"/>
                    </a:lnB>
                    <a:solidFill>
                      <a:srgbClr val="38761D"/>
                    </a:solidFill>
                  </a:tcPr>
                </a:tc>
                <a:tc>
                  <a:txBody>
                    <a:bodyPr/>
                    <a:lstStyle/>
                    <a:p>
                      <a:pPr indent="0" lvl="0" marL="0" marR="0" rtl="0" algn="l">
                        <a:spcBef>
                          <a:spcPts val="0"/>
                        </a:spcBef>
                        <a:spcAft>
                          <a:spcPts val="0"/>
                        </a:spcAft>
                        <a:buClr>
                          <a:schemeClr val="lt1"/>
                        </a:buClr>
                        <a:buSzPts val="1300"/>
                        <a:buFont typeface="Times New Roman"/>
                        <a:buNone/>
                      </a:pPr>
                      <a:r>
                        <a:rPr i="0" lang="en-US" sz="1300" u="none" cap="none" strike="noStrike">
                          <a:solidFill>
                            <a:schemeClr val="lt1"/>
                          </a:solidFill>
                          <a:latin typeface="Times New Roman"/>
                          <a:ea typeface="Times New Roman"/>
                          <a:cs typeface="Times New Roman"/>
                          <a:sym typeface="Times New Roman"/>
                        </a:rPr>
                        <a:t>Con El Niño casi no queda agua. Y la poca que hay huele a todo lo que botaron.</a:t>
                      </a:r>
                      <a:endParaRPr i="0" sz="1300" u="none" cap="none" strike="noStrike">
                        <a:solidFill>
                          <a:schemeClr val="lt1"/>
                        </a:solidFill>
                        <a:latin typeface="Times New Roman"/>
                        <a:ea typeface="Times New Roman"/>
                        <a:cs typeface="Times New Roman"/>
                        <a:sym typeface="Times New Roman"/>
                      </a:endParaRPr>
                    </a:p>
                  </a:txBody>
                  <a:tcPr marT="54875" marB="54875" marR="54875" marL="54875">
                    <a:lnL cap="flat" cmpd="sng" w="9525">
                      <a:solidFill>
                        <a:srgbClr val="3E6B4A"/>
                      </a:solidFill>
                      <a:prstDash val="solid"/>
                      <a:round/>
                      <a:headEnd len="sm" w="sm" type="none"/>
                      <a:tailEnd len="sm" w="sm" type="none"/>
                    </a:lnL>
                    <a:lnR cap="flat" cmpd="sng" w="9525">
                      <a:solidFill>
                        <a:srgbClr val="3E6B4A"/>
                      </a:solidFill>
                      <a:prstDash val="solid"/>
                      <a:round/>
                      <a:headEnd len="sm" w="sm" type="none"/>
                      <a:tailEnd len="sm" w="sm" type="none"/>
                    </a:lnR>
                    <a:lnT cap="flat" cmpd="sng" w="9525">
                      <a:solidFill>
                        <a:srgbClr val="3E6B4A"/>
                      </a:solidFill>
                      <a:prstDash val="solid"/>
                      <a:round/>
                      <a:headEnd len="sm" w="sm" type="none"/>
                      <a:tailEnd len="sm" w="sm" type="none"/>
                    </a:lnT>
                    <a:lnB cap="flat" cmpd="sng" w="9525">
                      <a:solidFill>
                        <a:srgbClr val="3E6B4A"/>
                      </a:solidFill>
                      <a:prstDash val="solid"/>
                      <a:round/>
                      <a:headEnd len="sm" w="sm" type="none"/>
                      <a:tailEnd len="sm" w="sm" type="none"/>
                    </a:lnB>
                    <a:solidFill>
                      <a:srgbClr val="38761D"/>
                    </a:solidFill>
                  </a:tcPr>
                </a:tc>
              </a:tr>
            </a:tbl>
          </a:graphicData>
        </a:graphic>
      </p:graphicFrame>
      <p:sp>
        <p:nvSpPr>
          <p:cNvPr id="299" name="Google Shape;299;p9"/>
          <p:cNvSpPr/>
          <p:nvPr/>
        </p:nvSpPr>
        <p:spPr>
          <a:xfrm>
            <a:off x="6607635" y="1463668"/>
            <a:ext cx="3098100" cy="2247900"/>
          </a:xfrm>
          <a:prstGeom prst="roundRect">
            <a:avLst>
              <a:gd fmla="val 16667" name="adj"/>
            </a:avLst>
          </a:prstGeom>
          <a:solidFill>
            <a:schemeClr val="accent6"/>
          </a:solidFill>
          <a:ln cap="flat" cmpd="sng" w="19050">
            <a:solidFill>
              <a:srgbClr val="204613"/>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Times New Roman"/>
                <a:ea typeface="Times New Roman"/>
                <a:cs typeface="Times New Roman"/>
                <a:sym typeface="Times New Roman"/>
              </a:rPr>
              <a:t>Ilustración para entender la idea del fenómeno de El Niño, esta ilustración mostrará los cambios de la época del año, invierno, transición, verano y verano con El Niño</a:t>
            </a:r>
            <a:endParaRPr>
              <a:solidFill>
                <a:schemeClr val="dk1"/>
              </a:solidFill>
            </a:endParaRPr>
          </a:p>
        </p:txBody>
      </p:sp>
      <p:sp>
        <p:nvSpPr>
          <p:cNvPr id="300" name="Google Shape;300;p9"/>
          <p:cNvSpPr txBox="1"/>
          <p:nvPr/>
        </p:nvSpPr>
        <p:spPr>
          <a:xfrm>
            <a:off x="6607625" y="3960975"/>
            <a:ext cx="3098100" cy="1708500"/>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lt1"/>
              </a:buClr>
              <a:buSzPts val="1200"/>
              <a:buFont typeface="Cambria"/>
              <a:buNone/>
            </a:pPr>
            <a:r>
              <a:rPr i="1" lang="en-US" sz="1500">
                <a:solidFill>
                  <a:schemeClr val="dk1"/>
                </a:solidFill>
                <a:latin typeface="Cambria"/>
                <a:ea typeface="Cambria"/>
                <a:cs typeface="Cambria"/>
                <a:sym typeface="Cambria"/>
              </a:rPr>
              <a:t>La basura no cambió. Es la misma bolsa, el mismo empaque. Lo que cambió es el agua. Con menos agua, lo que botamos queda más concentrado, y esa es el agua que tomamos los animales en plena sequía.</a:t>
            </a:r>
            <a:endParaRPr sz="1500">
              <a:solidFill>
                <a:schemeClr val="dk1"/>
              </a:solidFill>
              <a:latin typeface="Arial"/>
              <a:ea typeface="Arial"/>
              <a:cs typeface="Arial"/>
              <a:sym typeface="Arial"/>
            </a:endParaRPr>
          </a:p>
        </p:txBody>
      </p:sp>
      <p:pic>
        <p:nvPicPr>
          <p:cNvPr id="301" name="Google Shape;301;p9"/>
          <p:cNvPicPr preferRelativeResize="0"/>
          <p:nvPr/>
        </p:nvPicPr>
        <p:blipFill>
          <a:blip r:embed="rId3">
            <a:alphaModFix/>
          </a:blip>
          <a:stretch>
            <a:fillRect/>
          </a:stretch>
        </p:blipFill>
        <p:spPr>
          <a:xfrm flipH="1">
            <a:off x="659675" y="1449592"/>
            <a:ext cx="2065350" cy="2046124"/>
          </a:xfrm>
          <a:prstGeom prst="rect">
            <a:avLst/>
          </a:prstGeom>
          <a:noFill/>
          <a:ln>
            <a:noFill/>
          </a:ln>
        </p:spPr>
      </p:pic>
      <p:sp>
        <p:nvSpPr>
          <p:cNvPr id="302" name="Google Shape;302;p9"/>
          <p:cNvSpPr/>
          <p:nvPr/>
        </p:nvSpPr>
        <p:spPr>
          <a:xfrm rot="5400000">
            <a:off x="11560924" y="3694838"/>
            <a:ext cx="566100" cy="389400"/>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303" name="Google Shape;303;p9"/>
          <p:cNvSpPr txBox="1"/>
          <p:nvPr/>
        </p:nvSpPr>
        <p:spPr>
          <a:xfrm>
            <a:off x="9953375" y="3606500"/>
            <a:ext cx="1599900" cy="10059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i="1" lang="en-US" sz="1500">
                <a:solidFill>
                  <a:schemeClr val="dk1"/>
                </a:solidFill>
                <a:latin typeface="Times New Roman"/>
                <a:ea typeface="Times New Roman"/>
                <a:cs typeface="Times New Roman"/>
                <a:sym typeface="Times New Roman"/>
              </a:rPr>
              <a:t>Botón interactivo para ir a la derecha</a:t>
            </a:r>
            <a:endParaRPr i="1" sz="15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08" name="Shape 308"/>
        <p:cNvGrpSpPr/>
        <p:nvPr/>
      </p:nvGrpSpPr>
      <p:grpSpPr>
        <a:xfrm>
          <a:off x="0" y="0"/>
          <a:ext cx="0" cy="0"/>
          <a:chOff x="0" y="0"/>
          <a:chExt cx="0" cy="0"/>
        </a:xfrm>
      </p:grpSpPr>
      <p:sp>
        <p:nvSpPr>
          <p:cNvPr id="309" name="Google Shape;309;p10"/>
          <p:cNvSpPr/>
          <p:nvPr/>
        </p:nvSpPr>
        <p:spPr>
          <a:xfrm>
            <a:off x="2965119" y="307990"/>
            <a:ext cx="5515428" cy="2986753"/>
          </a:xfrm>
          <a:prstGeom prst="roundRect">
            <a:avLst>
              <a:gd fmla="val 16667" name="adj"/>
            </a:avLst>
          </a:prstGeom>
          <a:solidFill>
            <a:srgbClr val="F2F2F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310" name="Google Shape;310;p10"/>
          <p:cNvSpPr txBox="1"/>
          <p:nvPr/>
        </p:nvSpPr>
        <p:spPr>
          <a:xfrm>
            <a:off x="133925" y="135124"/>
            <a:ext cx="51816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ESCENA 8</a:t>
            </a:r>
            <a:endParaRPr sz="1800">
              <a:solidFill>
                <a:schemeClr val="dk1"/>
              </a:solidFill>
              <a:latin typeface="Times New Roman"/>
              <a:ea typeface="Times New Roman"/>
              <a:cs typeface="Times New Roman"/>
              <a:sym typeface="Times New Roman"/>
            </a:endParaRPr>
          </a:p>
        </p:txBody>
      </p:sp>
      <p:sp>
        <p:nvSpPr>
          <p:cNvPr id="311" name="Google Shape;311;p10"/>
          <p:cNvSpPr txBox="1"/>
          <p:nvPr/>
        </p:nvSpPr>
        <p:spPr>
          <a:xfrm>
            <a:off x="3139290" y="445410"/>
            <a:ext cx="5341257" cy="83099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a:solidFill>
                  <a:schemeClr val="dk1"/>
                </a:solidFill>
                <a:latin typeface="Times New Roman"/>
                <a:ea typeface="Times New Roman"/>
                <a:cs typeface="Times New Roman"/>
                <a:sym typeface="Times New Roman"/>
              </a:rPr>
              <a:t>Lo sé: el carro de la basura solo pasa por la vereda una vez a la semana. Las bolsas se acumulan y uno no sabe qué hacer con ellas como lo expresan algunos vecinos.</a:t>
            </a:r>
            <a:endParaRPr sz="1600">
              <a:solidFill>
                <a:schemeClr val="dk1"/>
              </a:solidFill>
              <a:latin typeface="Times New Roman"/>
              <a:ea typeface="Times New Roman"/>
              <a:cs typeface="Times New Roman"/>
              <a:sym typeface="Times New Roman"/>
            </a:endParaRPr>
          </a:p>
        </p:txBody>
      </p:sp>
      <p:sp>
        <p:nvSpPr>
          <p:cNvPr id="312" name="Google Shape;312;p10"/>
          <p:cNvSpPr/>
          <p:nvPr/>
        </p:nvSpPr>
        <p:spPr>
          <a:xfrm>
            <a:off x="5121491" y="1440083"/>
            <a:ext cx="1320800" cy="1117600"/>
          </a:xfrm>
          <a:prstGeom prst="ellipse">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313" name="Google Shape;313;p10"/>
          <p:cNvSpPr/>
          <p:nvPr/>
        </p:nvSpPr>
        <p:spPr>
          <a:xfrm>
            <a:off x="6623719" y="1440083"/>
            <a:ext cx="1320800" cy="1117600"/>
          </a:xfrm>
          <a:prstGeom prst="ellipse">
            <a:avLst/>
          </a:prstGeom>
          <a:solidFill>
            <a:schemeClr val="accent1"/>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314" name="Google Shape;314;p10"/>
          <p:cNvSpPr/>
          <p:nvPr/>
        </p:nvSpPr>
        <p:spPr>
          <a:xfrm>
            <a:off x="5484348" y="1828559"/>
            <a:ext cx="580571" cy="627524"/>
          </a:xfrm>
          <a:prstGeom prst="roundRect">
            <a:avLst>
              <a:gd fmla="val 16667" name="adj"/>
            </a:avLst>
          </a:prstGeom>
          <a:solidFill>
            <a:srgbClr val="FF9999"/>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315" name="Google Shape;315;p10"/>
          <p:cNvSpPr/>
          <p:nvPr/>
        </p:nvSpPr>
        <p:spPr>
          <a:xfrm>
            <a:off x="5484347" y="1508807"/>
            <a:ext cx="580571" cy="490076"/>
          </a:xfrm>
          <a:prstGeom prst="ellipse">
            <a:avLst/>
          </a:prstGeom>
          <a:solidFill>
            <a:srgbClr val="FF9999"/>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316" name="Google Shape;316;p10"/>
          <p:cNvSpPr/>
          <p:nvPr/>
        </p:nvSpPr>
        <p:spPr>
          <a:xfrm>
            <a:off x="7044634" y="1828559"/>
            <a:ext cx="580571" cy="627524"/>
          </a:xfrm>
          <a:prstGeom prst="roundRect">
            <a:avLst>
              <a:gd fmla="val 16667" name="adj"/>
            </a:avLst>
          </a:prstGeom>
          <a:solidFill>
            <a:srgbClr val="FF9999"/>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317" name="Google Shape;317;p10"/>
          <p:cNvSpPr/>
          <p:nvPr/>
        </p:nvSpPr>
        <p:spPr>
          <a:xfrm>
            <a:off x="7044633" y="1508807"/>
            <a:ext cx="580571" cy="490076"/>
          </a:xfrm>
          <a:prstGeom prst="ellipse">
            <a:avLst/>
          </a:prstGeom>
          <a:solidFill>
            <a:srgbClr val="FF9999"/>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318" name="Google Shape;318;p10"/>
          <p:cNvSpPr/>
          <p:nvPr/>
        </p:nvSpPr>
        <p:spPr>
          <a:xfrm rot="5400000">
            <a:off x="5791384" y="2292131"/>
            <a:ext cx="500743" cy="344531"/>
          </a:xfrm>
          <a:prstGeom prst="triangle">
            <a:avLst>
              <a:gd fmla="val 50000" name="adj"/>
            </a:avLst>
          </a:prstGeom>
          <a:solidFill>
            <a:srgbClr val="FFFF0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319" name="Google Shape;319;p10"/>
          <p:cNvSpPr/>
          <p:nvPr/>
        </p:nvSpPr>
        <p:spPr>
          <a:xfrm rot="5400000">
            <a:off x="7378793" y="2292130"/>
            <a:ext cx="500743" cy="344531"/>
          </a:xfrm>
          <a:prstGeom prst="triangle">
            <a:avLst>
              <a:gd fmla="val 50000" name="adj"/>
            </a:avLst>
          </a:prstGeom>
          <a:solidFill>
            <a:srgbClr val="FFFF0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320" name="Google Shape;320;p10"/>
          <p:cNvSpPr/>
          <p:nvPr/>
        </p:nvSpPr>
        <p:spPr>
          <a:xfrm>
            <a:off x="5419897" y="2920238"/>
            <a:ext cx="348343" cy="257629"/>
          </a:xfrm>
          <a:prstGeom prst="ellipse">
            <a:avLst/>
          </a:prstGeom>
          <a:solidFill>
            <a:srgbClr val="D0D0D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321" name="Google Shape;321;p10"/>
          <p:cNvSpPr/>
          <p:nvPr/>
        </p:nvSpPr>
        <p:spPr>
          <a:xfrm>
            <a:off x="4916100" y="2920237"/>
            <a:ext cx="348343" cy="257629"/>
          </a:xfrm>
          <a:prstGeom prst="ellipse">
            <a:avLst/>
          </a:prstGeom>
          <a:solidFill>
            <a:srgbClr val="FFC00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322" name="Google Shape;322;p10"/>
          <p:cNvSpPr/>
          <p:nvPr/>
        </p:nvSpPr>
        <p:spPr>
          <a:xfrm>
            <a:off x="5956924" y="2904700"/>
            <a:ext cx="348343" cy="257629"/>
          </a:xfrm>
          <a:prstGeom prst="ellipse">
            <a:avLst/>
          </a:prstGeom>
          <a:solidFill>
            <a:srgbClr val="D0D0D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323" name="Google Shape;323;p10"/>
          <p:cNvSpPr/>
          <p:nvPr/>
        </p:nvSpPr>
        <p:spPr>
          <a:xfrm rot="5400000">
            <a:off x="7901307" y="2732434"/>
            <a:ext cx="500743" cy="344531"/>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324" name="Google Shape;324;p10"/>
          <p:cNvSpPr/>
          <p:nvPr/>
        </p:nvSpPr>
        <p:spPr>
          <a:xfrm rot="-5400000">
            <a:off x="3105059" y="2635789"/>
            <a:ext cx="500743" cy="344531"/>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325" name="Google Shape;325;p10"/>
          <p:cNvSpPr txBox="1"/>
          <p:nvPr/>
        </p:nvSpPr>
        <p:spPr>
          <a:xfrm>
            <a:off x="8777364" y="3060593"/>
            <a:ext cx="1803300" cy="1005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i="1" lang="en-US">
                <a:solidFill>
                  <a:schemeClr val="dk1"/>
                </a:solidFill>
                <a:latin typeface="Times New Roman"/>
                <a:ea typeface="Times New Roman"/>
                <a:cs typeface="Times New Roman"/>
                <a:sym typeface="Times New Roman"/>
              </a:rPr>
              <a:t>Botón</a:t>
            </a:r>
            <a:r>
              <a:rPr i="1" lang="en-US" sz="1400">
                <a:solidFill>
                  <a:schemeClr val="dk1"/>
                </a:solidFill>
                <a:latin typeface="Times New Roman"/>
                <a:ea typeface="Times New Roman"/>
                <a:cs typeface="Times New Roman"/>
                <a:sym typeface="Times New Roman"/>
              </a:rPr>
              <a:t> interactivo para ir a la </a:t>
            </a:r>
            <a:r>
              <a:rPr i="1" lang="en-US">
                <a:solidFill>
                  <a:schemeClr val="dk1"/>
                </a:solidFill>
                <a:latin typeface="Times New Roman"/>
                <a:ea typeface="Times New Roman"/>
                <a:cs typeface="Times New Roman"/>
                <a:sym typeface="Times New Roman"/>
              </a:rPr>
              <a:t>derecha</a:t>
            </a:r>
            <a:endParaRPr i="1" sz="1400">
              <a:solidFill>
                <a:schemeClr val="dk1"/>
              </a:solidFill>
              <a:latin typeface="Times New Roman"/>
              <a:ea typeface="Times New Roman"/>
              <a:cs typeface="Times New Roman"/>
              <a:sym typeface="Times New Roman"/>
            </a:endParaRPr>
          </a:p>
        </p:txBody>
      </p:sp>
      <p:sp>
        <p:nvSpPr>
          <p:cNvPr id="326" name="Google Shape;326;p10"/>
          <p:cNvSpPr txBox="1"/>
          <p:nvPr/>
        </p:nvSpPr>
        <p:spPr>
          <a:xfrm>
            <a:off x="790851" y="2791823"/>
            <a:ext cx="1803300" cy="1005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i="1" lang="en-US">
                <a:solidFill>
                  <a:schemeClr val="dk1"/>
                </a:solidFill>
                <a:latin typeface="Times New Roman"/>
                <a:ea typeface="Times New Roman"/>
                <a:cs typeface="Times New Roman"/>
                <a:sym typeface="Times New Roman"/>
              </a:rPr>
              <a:t>Botón</a:t>
            </a:r>
            <a:r>
              <a:rPr i="1" lang="en-US" sz="1400">
                <a:solidFill>
                  <a:schemeClr val="dk1"/>
                </a:solidFill>
                <a:latin typeface="Times New Roman"/>
                <a:ea typeface="Times New Roman"/>
                <a:cs typeface="Times New Roman"/>
                <a:sym typeface="Times New Roman"/>
              </a:rPr>
              <a:t> interactivo para ir a la </a:t>
            </a:r>
            <a:r>
              <a:rPr i="1" lang="en-US">
                <a:solidFill>
                  <a:schemeClr val="dk1"/>
                </a:solidFill>
                <a:latin typeface="Times New Roman"/>
                <a:ea typeface="Times New Roman"/>
                <a:cs typeface="Times New Roman"/>
                <a:sym typeface="Times New Roman"/>
              </a:rPr>
              <a:t>izquierda</a:t>
            </a:r>
            <a:endParaRPr i="1" sz="1400">
              <a:solidFill>
                <a:schemeClr val="dk1"/>
              </a:solidFill>
              <a:latin typeface="Times New Roman"/>
              <a:ea typeface="Times New Roman"/>
              <a:cs typeface="Times New Roman"/>
              <a:sym typeface="Times New Roman"/>
            </a:endParaRPr>
          </a:p>
        </p:txBody>
      </p:sp>
      <p:sp>
        <p:nvSpPr>
          <p:cNvPr id="327" name="Google Shape;327;p10"/>
          <p:cNvSpPr txBox="1"/>
          <p:nvPr/>
        </p:nvSpPr>
        <p:spPr>
          <a:xfrm>
            <a:off x="4820502" y="3352261"/>
            <a:ext cx="1803217"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i="1" lang="en-US" sz="1400">
                <a:solidFill>
                  <a:schemeClr val="dk1"/>
                </a:solidFill>
                <a:latin typeface="Times New Roman"/>
                <a:ea typeface="Times New Roman"/>
                <a:cs typeface="Times New Roman"/>
                <a:sym typeface="Times New Roman"/>
              </a:rPr>
              <a:t>Botones para desplazarse entre la misma casilla.</a:t>
            </a:r>
            <a:endParaRPr>
              <a:solidFill>
                <a:schemeClr val="dk1"/>
              </a:solidFill>
            </a:endParaRPr>
          </a:p>
        </p:txBody>
      </p:sp>
      <p:sp>
        <p:nvSpPr>
          <p:cNvPr id="328" name="Google Shape;328;p10"/>
          <p:cNvSpPr/>
          <p:nvPr/>
        </p:nvSpPr>
        <p:spPr>
          <a:xfrm rot="9310126">
            <a:off x="2602188" y="2878822"/>
            <a:ext cx="463066" cy="242059"/>
          </a:xfrm>
          <a:prstGeom prst="rightArrow">
            <a:avLst>
              <a:gd fmla="val 50000" name="adj1"/>
              <a:gd fmla="val 50000" name="adj2"/>
            </a:avLst>
          </a:prstGeom>
          <a:solidFill>
            <a:srgbClr val="F2F2F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29" name="Google Shape;329;p10"/>
          <p:cNvSpPr/>
          <p:nvPr/>
        </p:nvSpPr>
        <p:spPr>
          <a:xfrm rot="379370">
            <a:off x="8302420" y="2926397"/>
            <a:ext cx="463066" cy="242059"/>
          </a:xfrm>
          <a:prstGeom prst="rightArrow">
            <a:avLst>
              <a:gd fmla="val 50000" name="adj1"/>
              <a:gd fmla="val 50000" name="adj2"/>
            </a:avLst>
          </a:prstGeom>
          <a:solidFill>
            <a:srgbClr val="F2F2F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30" name="Google Shape;330;p10"/>
          <p:cNvSpPr/>
          <p:nvPr/>
        </p:nvSpPr>
        <p:spPr>
          <a:xfrm>
            <a:off x="7866558" y="2226274"/>
            <a:ext cx="897423" cy="293371"/>
          </a:xfrm>
          <a:prstGeom prst="rightArrow">
            <a:avLst>
              <a:gd fmla="val 50000" name="adj1"/>
              <a:gd fmla="val 50000" name="adj2"/>
            </a:avLst>
          </a:prstGeom>
          <a:solidFill>
            <a:srgbClr val="F2F2F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31" name="Google Shape;331;p10"/>
          <p:cNvSpPr txBox="1"/>
          <p:nvPr/>
        </p:nvSpPr>
        <p:spPr>
          <a:xfrm>
            <a:off x="8777407" y="2054762"/>
            <a:ext cx="1803217"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i="1" lang="en-US">
                <a:solidFill>
                  <a:schemeClr val="dk1"/>
                </a:solidFill>
                <a:latin typeface="Times New Roman"/>
                <a:ea typeface="Times New Roman"/>
                <a:cs typeface="Times New Roman"/>
                <a:sym typeface="Times New Roman"/>
              </a:rPr>
              <a:t>Botón i</a:t>
            </a:r>
            <a:r>
              <a:rPr i="1" lang="en-US" sz="1400">
                <a:solidFill>
                  <a:schemeClr val="dk1"/>
                </a:solidFill>
                <a:latin typeface="Times New Roman"/>
                <a:ea typeface="Times New Roman"/>
                <a:cs typeface="Times New Roman"/>
                <a:sym typeface="Times New Roman"/>
              </a:rPr>
              <a:t>nteractivo para </a:t>
            </a:r>
            <a:r>
              <a:rPr i="1" lang="en-US">
                <a:solidFill>
                  <a:schemeClr val="dk1"/>
                </a:solidFill>
                <a:latin typeface="Times New Roman"/>
                <a:ea typeface="Times New Roman"/>
                <a:cs typeface="Times New Roman"/>
                <a:sym typeface="Times New Roman"/>
              </a:rPr>
              <a:t>reproducir el video de la entrevista</a:t>
            </a:r>
            <a:endParaRPr i="1" sz="1400">
              <a:solidFill>
                <a:schemeClr val="dk1"/>
              </a:solidFill>
              <a:latin typeface="Times New Roman"/>
              <a:ea typeface="Times New Roman"/>
              <a:cs typeface="Times New Roman"/>
              <a:sym typeface="Times New Roman"/>
            </a:endParaRPr>
          </a:p>
        </p:txBody>
      </p:sp>
      <p:sp>
        <p:nvSpPr>
          <p:cNvPr id="332" name="Google Shape;332;p10"/>
          <p:cNvSpPr txBox="1"/>
          <p:nvPr/>
        </p:nvSpPr>
        <p:spPr>
          <a:xfrm>
            <a:off x="4744227" y="87158"/>
            <a:ext cx="1803300" cy="1005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i="1" lang="en-US" sz="1400">
                <a:solidFill>
                  <a:schemeClr val="dk1"/>
                </a:solidFill>
                <a:latin typeface="Times New Roman"/>
                <a:ea typeface="Times New Roman"/>
                <a:cs typeface="Times New Roman"/>
                <a:sym typeface="Times New Roman"/>
              </a:rPr>
              <a:t>PRIMER BOTON </a:t>
            </a:r>
            <a:endParaRPr>
              <a:solidFill>
                <a:schemeClr val="dk1"/>
              </a:solidFill>
            </a:endParaRPr>
          </a:p>
        </p:txBody>
      </p:sp>
      <p:sp>
        <p:nvSpPr>
          <p:cNvPr id="333" name="Google Shape;333;p10"/>
          <p:cNvSpPr txBox="1"/>
          <p:nvPr/>
        </p:nvSpPr>
        <p:spPr>
          <a:xfrm>
            <a:off x="1129190" y="4358105"/>
            <a:ext cx="1803300" cy="1005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i="1" lang="en-US" sz="1400">
                <a:solidFill>
                  <a:schemeClr val="dk1"/>
                </a:solidFill>
                <a:latin typeface="Times New Roman"/>
                <a:ea typeface="Times New Roman"/>
                <a:cs typeface="Times New Roman"/>
                <a:sym typeface="Times New Roman"/>
              </a:rPr>
              <a:t>SEGUNDO BOTON</a:t>
            </a:r>
            <a:endParaRPr>
              <a:solidFill>
                <a:schemeClr val="dk1"/>
              </a:solidFill>
            </a:endParaRPr>
          </a:p>
        </p:txBody>
      </p:sp>
      <p:sp>
        <p:nvSpPr>
          <p:cNvPr id="334" name="Google Shape;334;p10"/>
          <p:cNvSpPr txBox="1"/>
          <p:nvPr/>
        </p:nvSpPr>
        <p:spPr>
          <a:xfrm>
            <a:off x="4973398" y="4358101"/>
            <a:ext cx="1803300" cy="1005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i="1" lang="en-US" sz="1400">
                <a:solidFill>
                  <a:schemeClr val="dk1"/>
                </a:solidFill>
                <a:latin typeface="Times New Roman"/>
                <a:ea typeface="Times New Roman"/>
                <a:cs typeface="Times New Roman"/>
                <a:sym typeface="Times New Roman"/>
              </a:rPr>
              <a:t>TERCER BOTON</a:t>
            </a:r>
            <a:endParaRPr>
              <a:solidFill>
                <a:schemeClr val="dk1"/>
              </a:solidFill>
            </a:endParaRPr>
          </a:p>
        </p:txBody>
      </p:sp>
      <p:sp>
        <p:nvSpPr>
          <p:cNvPr id="335" name="Google Shape;335;p10"/>
          <p:cNvSpPr/>
          <p:nvPr/>
        </p:nvSpPr>
        <p:spPr>
          <a:xfrm>
            <a:off x="202197" y="4582493"/>
            <a:ext cx="3451997" cy="1967517"/>
          </a:xfrm>
          <a:prstGeom prst="roundRect">
            <a:avLst>
              <a:gd fmla="val 16667" name="adj"/>
            </a:avLst>
          </a:prstGeom>
          <a:solidFill>
            <a:srgbClr val="F2F2F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sp>
        <p:nvSpPr>
          <p:cNvPr id="336" name="Google Shape;336;p10"/>
          <p:cNvSpPr txBox="1"/>
          <p:nvPr/>
        </p:nvSpPr>
        <p:spPr>
          <a:xfrm>
            <a:off x="304799" y="4670312"/>
            <a:ext cx="3451997" cy="13542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El problema no es solo de cada casa. Es que la vereda creció y el servicio no llegó. Pero mientras se resuelve, hay cosas que sí están en nuestras manos, y que hacen que mucha menos basura termine en el morichal.</a:t>
            </a:r>
            <a:br>
              <a:rPr lang="en-US"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p:txBody>
      </p:sp>
      <p:sp>
        <p:nvSpPr>
          <p:cNvPr id="337" name="Google Shape;337;p10"/>
          <p:cNvSpPr/>
          <p:nvPr/>
        </p:nvSpPr>
        <p:spPr>
          <a:xfrm rot="5400000">
            <a:off x="3183671" y="6075198"/>
            <a:ext cx="500743" cy="344531"/>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sp>
        <p:nvSpPr>
          <p:cNvPr id="338" name="Google Shape;338;p10"/>
          <p:cNvSpPr/>
          <p:nvPr/>
        </p:nvSpPr>
        <p:spPr>
          <a:xfrm rot="-5400000">
            <a:off x="124091" y="6075199"/>
            <a:ext cx="500743" cy="344531"/>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sp>
        <p:nvSpPr>
          <p:cNvPr id="339" name="Google Shape;339;p10"/>
          <p:cNvSpPr/>
          <p:nvPr/>
        </p:nvSpPr>
        <p:spPr>
          <a:xfrm>
            <a:off x="1084165" y="6233988"/>
            <a:ext cx="348343" cy="257629"/>
          </a:xfrm>
          <a:prstGeom prst="ellipse">
            <a:avLst/>
          </a:prstGeom>
          <a:solidFill>
            <a:srgbClr val="D0D0D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sp>
        <p:nvSpPr>
          <p:cNvPr id="340" name="Google Shape;340;p10"/>
          <p:cNvSpPr/>
          <p:nvPr/>
        </p:nvSpPr>
        <p:spPr>
          <a:xfrm>
            <a:off x="1592605" y="6236613"/>
            <a:ext cx="348343" cy="257629"/>
          </a:xfrm>
          <a:prstGeom prst="ellipse">
            <a:avLst/>
          </a:prstGeom>
          <a:solidFill>
            <a:srgbClr val="FFC00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sp>
        <p:nvSpPr>
          <p:cNvPr id="341" name="Google Shape;341;p10"/>
          <p:cNvSpPr/>
          <p:nvPr/>
        </p:nvSpPr>
        <p:spPr>
          <a:xfrm>
            <a:off x="2101045" y="6221750"/>
            <a:ext cx="348343" cy="257629"/>
          </a:xfrm>
          <a:prstGeom prst="ellipse">
            <a:avLst/>
          </a:prstGeom>
          <a:solidFill>
            <a:srgbClr val="D0D0D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sp>
        <p:nvSpPr>
          <p:cNvPr id="342" name="Google Shape;342;p10"/>
          <p:cNvSpPr/>
          <p:nvPr/>
        </p:nvSpPr>
        <p:spPr>
          <a:xfrm>
            <a:off x="4029312" y="4610257"/>
            <a:ext cx="3452100" cy="1967400"/>
          </a:xfrm>
          <a:prstGeom prst="roundRect">
            <a:avLst>
              <a:gd fmla="val 16667" name="adj"/>
            </a:avLst>
          </a:prstGeom>
          <a:solidFill>
            <a:srgbClr val="F2F2F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sp>
        <p:nvSpPr>
          <p:cNvPr id="343" name="Google Shape;343;p10"/>
          <p:cNvSpPr txBox="1"/>
          <p:nvPr/>
        </p:nvSpPr>
        <p:spPr>
          <a:xfrm>
            <a:off x="4386191" y="4872645"/>
            <a:ext cx="2791400" cy="116955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La más poderosa es separar en casa. Así, mucho menos tiene que salir de la vereda y nada tiene por qué llegar al agua. Toca cada una para saber a dónde va.</a:t>
            </a:r>
            <a:endParaRPr>
              <a:solidFill>
                <a:schemeClr val="dk1"/>
              </a:solidFill>
            </a:endParaRPr>
          </a:p>
        </p:txBody>
      </p:sp>
      <p:sp>
        <p:nvSpPr>
          <p:cNvPr id="344" name="Google Shape;344;p10"/>
          <p:cNvSpPr/>
          <p:nvPr/>
        </p:nvSpPr>
        <p:spPr>
          <a:xfrm rot="5400000">
            <a:off x="7010786" y="6102962"/>
            <a:ext cx="500743" cy="344531"/>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sp>
        <p:nvSpPr>
          <p:cNvPr id="345" name="Google Shape;345;p10"/>
          <p:cNvSpPr/>
          <p:nvPr/>
        </p:nvSpPr>
        <p:spPr>
          <a:xfrm rot="-5400000">
            <a:off x="3951206" y="6102963"/>
            <a:ext cx="500743" cy="344531"/>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sp>
        <p:nvSpPr>
          <p:cNvPr id="346" name="Google Shape;346;p10"/>
          <p:cNvSpPr/>
          <p:nvPr/>
        </p:nvSpPr>
        <p:spPr>
          <a:xfrm>
            <a:off x="4911280" y="6247238"/>
            <a:ext cx="348343" cy="257629"/>
          </a:xfrm>
          <a:prstGeom prst="ellipse">
            <a:avLst/>
          </a:prstGeom>
          <a:solidFill>
            <a:srgbClr val="D0D0D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sp>
        <p:nvSpPr>
          <p:cNvPr id="347" name="Google Shape;347;p10"/>
          <p:cNvSpPr/>
          <p:nvPr/>
        </p:nvSpPr>
        <p:spPr>
          <a:xfrm>
            <a:off x="5912014" y="6221750"/>
            <a:ext cx="348343" cy="257629"/>
          </a:xfrm>
          <a:prstGeom prst="ellipse">
            <a:avLst/>
          </a:prstGeom>
          <a:solidFill>
            <a:srgbClr val="FFC00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sp>
        <p:nvSpPr>
          <p:cNvPr id="348" name="Google Shape;348;p10"/>
          <p:cNvSpPr/>
          <p:nvPr/>
        </p:nvSpPr>
        <p:spPr>
          <a:xfrm>
            <a:off x="5417309" y="6247238"/>
            <a:ext cx="348343" cy="257629"/>
          </a:xfrm>
          <a:prstGeom prst="ellipse">
            <a:avLst/>
          </a:prstGeom>
          <a:solidFill>
            <a:srgbClr val="D0D0D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sp>
        <p:nvSpPr>
          <p:cNvPr id="349" name="Google Shape;349;p10"/>
          <p:cNvSpPr/>
          <p:nvPr/>
        </p:nvSpPr>
        <p:spPr>
          <a:xfrm rot="-5400000">
            <a:off x="-2827" y="3166508"/>
            <a:ext cx="500743" cy="344531"/>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350" name="Google Shape;350;p10"/>
          <p:cNvSpPr/>
          <p:nvPr/>
        </p:nvSpPr>
        <p:spPr>
          <a:xfrm rot="5400000">
            <a:off x="11694084" y="3122477"/>
            <a:ext cx="500743" cy="344531"/>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pic>
        <p:nvPicPr>
          <p:cNvPr id="351" name="Google Shape;351;p10"/>
          <p:cNvPicPr preferRelativeResize="0"/>
          <p:nvPr/>
        </p:nvPicPr>
        <p:blipFill>
          <a:blip r:embed="rId3">
            <a:alphaModFix/>
          </a:blip>
          <a:stretch>
            <a:fillRect/>
          </a:stretch>
        </p:blipFill>
        <p:spPr>
          <a:xfrm>
            <a:off x="7806988" y="3575201"/>
            <a:ext cx="3092425" cy="30636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6" name="Shape 356"/>
        <p:cNvGrpSpPr/>
        <p:nvPr/>
      </p:nvGrpSpPr>
      <p:grpSpPr>
        <a:xfrm>
          <a:off x="0" y="0"/>
          <a:ext cx="0" cy="0"/>
          <a:chOff x="0" y="0"/>
          <a:chExt cx="0" cy="0"/>
        </a:xfrm>
      </p:grpSpPr>
      <p:sp>
        <p:nvSpPr>
          <p:cNvPr id="357" name="Google Shape;357;p11"/>
          <p:cNvSpPr txBox="1"/>
          <p:nvPr/>
        </p:nvSpPr>
        <p:spPr>
          <a:xfrm>
            <a:off x="133925" y="135124"/>
            <a:ext cx="51816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ESCENA 8</a:t>
            </a:r>
            <a:endParaRPr sz="1800">
              <a:solidFill>
                <a:schemeClr val="dk1"/>
              </a:solidFill>
              <a:latin typeface="Times New Roman"/>
              <a:ea typeface="Times New Roman"/>
              <a:cs typeface="Times New Roman"/>
              <a:sym typeface="Times New Roman"/>
            </a:endParaRPr>
          </a:p>
        </p:txBody>
      </p:sp>
      <p:sp>
        <p:nvSpPr>
          <p:cNvPr id="358" name="Google Shape;358;p11"/>
          <p:cNvSpPr/>
          <p:nvPr/>
        </p:nvSpPr>
        <p:spPr>
          <a:xfrm>
            <a:off x="1290768" y="1128094"/>
            <a:ext cx="2829657" cy="700706"/>
          </a:xfrm>
          <a:prstGeom prst="roundRect">
            <a:avLst>
              <a:gd fmla="val 16667" name="adj"/>
            </a:avLst>
          </a:prstGeom>
          <a:solidFill>
            <a:srgbClr val="F2F2F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Arial"/>
              <a:ea typeface="Arial"/>
              <a:cs typeface="Arial"/>
              <a:sym typeface="Arial"/>
            </a:endParaRPr>
          </a:p>
        </p:txBody>
      </p:sp>
      <p:sp>
        <p:nvSpPr>
          <p:cNvPr id="359" name="Google Shape;359;p11"/>
          <p:cNvSpPr txBox="1"/>
          <p:nvPr/>
        </p:nvSpPr>
        <p:spPr>
          <a:xfrm>
            <a:off x="1329026" y="1182469"/>
            <a:ext cx="27915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1.</a:t>
            </a:r>
            <a:endParaRPr>
              <a:solidFill>
                <a:schemeClr val="dk1"/>
              </a:solidFill>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Lo orgánico a la compostera</a:t>
            </a:r>
            <a:endParaRPr>
              <a:solidFill>
                <a:schemeClr val="dk1"/>
              </a:solidFill>
            </a:endParaRPr>
          </a:p>
        </p:txBody>
      </p:sp>
      <p:sp>
        <p:nvSpPr>
          <p:cNvPr id="360" name="Google Shape;360;p11"/>
          <p:cNvSpPr/>
          <p:nvPr/>
        </p:nvSpPr>
        <p:spPr>
          <a:xfrm>
            <a:off x="4346026" y="1128093"/>
            <a:ext cx="2829657" cy="977705"/>
          </a:xfrm>
          <a:prstGeom prst="roundRect">
            <a:avLst>
              <a:gd fmla="val 16667" name="adj"/>
            </a:avLst>
          </a:prstGeom>
          <a:solidFill>
            <a:srgbClr val="F2F2F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Arial"/>
              <a:ea typeface="Arial"/>
              <a:cs typeface="Arial"/>
              <a:sym typeface="Arial"/>
            </a:endParaRPr>
          </a:p>
        </p:txBody>
      </p:sp>
      <p:sp>
        <p:nvSpPr>
          <p:cNvPr id="361" name="Google Shape;361;p11"/>
          <p:cNvSpPr txBox="1"/>
          <p:nvPr/>
        </p:nvSpPr>
        <p:spPr>
          <a:xfrm>
            <a:off x="4384284" y="1182469"/>
            <a:ext cx="2791400"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2.</a:t>
            </a:r>
            <a:endParaRPr>
              <a:solidFill>
                <a:schemeClr val="dk1"/>
              </a:solidFill>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Lo reciclable, al punto de acopio.</a:t>
            </a:r>
            <a:endParaRPr>
              <a:solidFill>
                <a:schemeClr val="dk1"/>
              </a:solidFill>
            </a:endParaRPr>
          </a:p>
        </p:txBody>
      </p:sp>
      <p:sp>
        <p:nvSpPr>
          <p:cNvPr id="362" name="Google Shape;362;p11"/>
          <p:cNvSpPr/>
          <p:nvPr/>
        </p:nvSpPr>
        <p:spPr>
          <a:xfrm>
            <a:off x="7524654" y="1128094"/>
            <a:ext cx="2829657" cy="700706"/>
          </a:xfrm>
          <a:prstGeom prst="roundRect">
            <a:avLst>
              <a:gd fmla="val 16667" name="adj"/>
            </a:avLst>
          </a:prstGeom>
          <a:solidFill>
            <a:srgbClr val="F2F2F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Arial"/>
              <a:ea typeface="Arial"/>
              <a:cs typeface="Arial"/>
              <a:sym typeface="Arial"/>
            </a:endParaRPr>
          </a:p>
        </p:txBody>
      </p:sp>
      <p:sp>
        <p:nvSpPr>
          <p:cNvPr id="363" name="Google Shape;363;p11"/>
          <p:cNvSpPr txBox="1"/>
          <p:nvPr/>
        </p:nvSpPr>
        <p:spPr>
          <a:xfrm>
            <a:off x="7562912" y="1182469"/>
            <a:ext cx="27915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3.</a:t>
            </a:r>
            <a:endParaRPr>
              <a:solidFill>
                <a:schemeClr val="dk1"/>
              </a:solidFill>
            </a:endParaRPr>
          </a:p>
          <a:p>
            <a:pPr indent="0" lvl="0" marL="0" marR="0" rtl="0" algn="l">
              <a:spcBef>
                <a:spcPts val="0"/>
              </a:spcBef>
              <a:spcAft>
                <a:spcPts val="0"/>
              </a:spcAft>
              <a:buNone/>
            </a:pPr>
            <a:r>
              <a:rPr lang="en-US" sz="1800">
                <a:solidFill>
                  <a:schemeClr val="dk1"/>
                </a:solidFill>
                <a:latin typeface="Times New Roman"/>
                <a:ea typeface="Times New Roman"/>
                <a:cs typeface="Times New Roman"/>
                <a:sym typeface="Times New Roman"/>
              </a:rPr>
              <a:t>Lo demás, bien cerrado.</a:t>
            </a:r>
            <a:endParaRPr>
              <a:solidFill>
                <a:schemeClr val="dk1"/>
              </a:solidFill>
            </a:endParaRPr>
          </a:p>
        </p:txBody>
      </p:sp>
      <p:sp>
        <p:nvSpPr>
          <p:cNvPr id="364" name="Google Shape;364;p11"/>
          <p:cNvSpPr/>
          <p:nvPr/>
        </p:nvSpPr>
        <p:spPr>
          <a:xfrm rot="5400000">
            <a:off x="5422776" y="2470071"/>
            <a:ext cx="569877" cy="339147"/>
          </a:xfrm>
          <a:prstGeom prst="rightArrow">
            <a:avLst>
              <a:gd fmla="val 50000" name="adj1"/>
              <a:gd fmla="val 50000" name="adj2"/>
            </a:avLst>
          </a:prstGeom>
          <a:solidFill>
            <a:srgbClr val="F2F2F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65" name="Google Shape;365;p11"/>
          <p:cNvSpPr txBox="1"/>
          <p:nvPr/>
        </p:nvSpPr>
        <p:spPr>
          <a:xfrm>
            <a:off x="4120425" y="2988374"/>
            <a:ext cx="3442487"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i="1" lang="en-US" sz="1400">
                <a:solidFill>
                  <a:schemeClr val="dk1"/>
                </a:solidFill>
                <a:latin typeface="Times New Roman"/>
                <a:ea typeface="Times New Roman"/>
                <a:cs typeface="Times New Roman"/>
                <a:sym typeface="Times New Roman"/>
              </a:rPr>
              <a:t>Botones interactivos al dar clic, se despliega lo siguiente de manera independiente:</a:t>
            </a:r>
            <a:endParaRPr>
              <a:solidFill>
                <a:schemeClr val="dk1"/>
              </a:solidFill>
            </a:endParaRPr>
          </a:p>
        </p:txBody>
      </p:sp>
      <p:sp>
        <p:nvSpPr>
          <p:cNvPr id="366" name="Google Shape;366;p11"/>
          <p:cNvSpPr/>
          <p:nvPr/>
        </p:nvSpPr>
        <p:spPr>
          <a:xfrm>
            <a:off x="1290768" y="2264229"/>
            <a:ext cx="9063543" cy="188209"/>
          </a:xfrm>
          <a:prstGeom prst="rect">
            <a:avLst/>
          </a:prstGeom>
          <a:solidFill>
            <a:srgbClr val="F2F2F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sp>
        <p:nvSpPr>
          <p:cNvPr id="367" name="Google Shape;367;p11"/>
          <p:cNvSpPr/>
          <p:nvPr/>
        </p:nvSpPr>
        <p:spPr>
          <a:xfrm rot="-5400000">
            <a:off x="-2827" y="3166508"/>
            <a:ext cx="500743" cy="344531"/>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
        <p:nvSpPr>
          <p:cNvPr id="368" name="Google Shape;368;p11"/>
          <p:cNvSpPr/>
          <p:nvPr/>
        </p:nvSpPr>
        <p:spPr>
          <a:xfrm rot="5400000">
            <a:off x="11694084" y="3122477"/>
            <a:ext cx="500743" cy="344531"/>
          </a:xfrm>
          <a:prstGeom prst="triangle">
            <a:avLst>
              <a:gd fmla="val 50000" name="adj"/>
            </a:avLst>
          </a:prstGeom>
          <a:solidFill>
            <a:srgbClr val="BF4F14"/>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Times New Roman"/>
              <a:ea typeface="Times New Roman"/>
              <a:cs typeface="Times New Roman"/>
              <a:sym typeface="Times New Roman"/>
            </a:endParaRPr>
          </a:p>
        </p:txBody>
      </p:sp>
      <p:sp>
        <p:nvSpPr>
          <p:cNvPr id="369" name="Google Shape;369;p11"/>
          <p:cNvSpPr/>
          <p:nvPr/>
        </p:nvSpPr>
        <p:spPr>
          <a:xfrm>
            <a:off x="2966407" y="3588573"/>
            <a:ext cx="2829657" cy="1815883"/>
          </a:xfrm>
          <a:prstGeom prst="roundRect">
            <a:avLst>
              <a:gd fmla="val 16667" name="adj"/>
            </a:avLst>
          </a:prstGeom>
          <a:solidFill>
            <a:srgbClr val="F2F2F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370" name="Google Shape;370;p11"/>
          <p:cNvSpPr txBox="1"/>
          <p:nvPr/>
        </p:nvSpPr>
        <p:spPr>
          <a:xfrm>
            <a:off x="3004665" y="3642949"/>
            <a:ext cx="2791500" cy="1323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Times New Roman"/>
                <a:ea typeface="Times New Roman"/>
                <a:cs typeface="Times New Roman"/>
                <a:sym typeface="Times New Roman"/>
              </a:rPr>
              <a:t>Lo orgánico, a la compostera.</a:t>
            </a:r>
            <a:endParaRPr>
              <a:solidFill>
                <a:schemeClr val="dk1"/>
              </a:solidFill>
            </a:endParaRPr>
          </a:p>
          <a:p>
            <a:pPr indent="0" lvl="0" marL="0" marR="0" rtl="0" algn="l">
              <a:spcBef>
                <a:spcPts val="0"/>
              </a:spcBef>
              <a:spcAft>
                <a:spcPts val="0"/>
              </a:spcAft>
              <a:buNone/>
            </a:pPr>
            <a:r>
              <a:rPr lang="en-US" sz="1600">
                <a:solidFill>
                  <a:schemeClr val="dk1"/>
                </a:solidFill>
                <a:latin typeface="Times New Roman"/>
                <a:ea typeface="Times New Roman"/>
                <a:cs typeface="Times New Roman"/>
                <a:sym typeface="Times New Roman"/>
              </a:rPr>
              <a:t>Cáscaras, restos de comida y hojas. Se convierten en abono para la huerta o el patio. No salen de tu casa.</a:t>
            </a:r>
            <a:endParaRPr>
              <a:solidFill>
                <a:schemeClr val="dk1"/>
              </a:solidFill>
            </a:endParaRPr>
          </a:p>
        </p:txBody>
      </p:sp>
      <p:sp>
        <p:nvSpPr>
          <p:cNvPr id="371" name="Google Shape;371;p11"/>
          <p:cNvSpPr/>
          <p:nvPr/>
        </p:nvSpPr>
        <p:spPr>
          <a:xfrm>
            <a:off x="5900578" y="3588573"/>
            <a:ext cx="2829657" cy="1815883"/>
          </a:xfrm>
          <a:prstGeom prst="roundRect">
            <a:avLst>
              <a:gd fmla="val 16667" name="adj"/>
            </a:avLst>
          </a:prstGeom>
          <a:solidFill>
            <a:srgbClr val="F2F2F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372" name="Google Shape;372;p11"/>
          <p:cNvSpPr txBox="1"/>
          <p:nvPr/>
        </p:nvSpPr>
        <p:spPr>
          <a:xfrm>
            <a:off x="5938836" y="3642949"/>
            <a:ext cx="2791500" cy="1816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Times New Roman"/>
                <a:ea typeface="Times New Roman"/>
                <a:cs typeface="Times New Roman"/>
                <a:sym typeface="Times New Roman"/>
              </a:rPr>
              <a:t>Lo reciclable, al punto de acopio.</a:t>
            </a:r>
            <a:endParaRPr>
              <a:solidFill>
                <a:schemeClr val="dk1"/>
              </a:solidFill>
            </a:endParaRPr>
          </a:p>
          <a:p>
            <a:pPr indent="0" lvl="0" marL="0" marR="0" rtl="0" algn="l">
              <a:spcBef>
                <a:spcPts val="0"/>
              </a:spcBef>
              <a:spcAft>
                <a:spcPts val="0"/>
              </a:spcAft>
              <a:buNone/>
            </a:pPr>
            <a:r>
              <a:rPr lang="en-US" sz="1600">
                <a:solidFill>
                  <a:schemeClr val="dk1"/>
                </a:solidFill>
                <a:latin typeface="Times New Roman"/>
                <a:ea typeface="Times New Roman"/>
                <a:cs typeface="Times New Roman"/>
                <a:sym typeface="Times New Roman"/>
              </a:rPr>
              <a:t>Plástico, cartón, vidrio y latas, limpios y secos. Se llevan al punto de acopio de la vereda para entregarlos a los recicladores.</a:t>
            </a:r>
            <a:endParaRPr>
              <a:solidFill>
                <a:schemeClr val="dk1"/>
              </a:solidFill>
            </a:endParaRPr>
          </a:p>
        </p:txBody>
      </p:sp>
      <p:sp>
        <p:nvSpPr>
          <p:cNvPr id="373" name="Google Shape;373;p11"/>
          <p:cNvSpPr/>
          <p:nvPr/>
        </p:nvSpPr>
        <p:spPr>
          <a:xfrm>
            <a:off x="8861308" y="3588573"/>
            <a:ext cx="2829657" cy="1815883"/>
          </a:xfrm>
          <a:prstGeom prst="roundRect">
            <a:avLst>
              <a:gd fmla="val 16667" name="adj"/>
            </a:avLst>
          </a:prstGeom>
          <a:solidFill>
            <a:srgbClr val="F2F2F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dk1"/>
              </a:solidFill>
              <a:latin typeface="Arial"/>
              <a:ea typeface="Arial"/>
              <a:cs typeface="Arial"/>
              <a:sym typeface="Arial"/>
            </a:endParaRPr>
          </a:p>
        </p:txBody>
      </p:sp>
      <p:sp>
        <p:nvSpPr>
          <p:cNvPr id="374" name="Google Shape;374;p11"/>
          <p:cNvSpPr txBox="1"/>
          <p:nvPr/>
        </p:nvSpPr>
        <p:spPr>
          <a:xfrm>
            <a:off x="8899566" y="3642949"/>
            <a:ext cx="2791500" cy="1323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chemeClr val="dk1"/>
                </a:solidFill>
                <a:latin typeface="Times New Roman"/>
                <a:ea typeface="Times New Roman"/>
                <a:cs typeface="Times New Roman"/>
                <a:sym typeface="Times New Roman"/>
              </a:rPr>
              <a:t>Lo demás, bien cerrado.</a:t>
            </a:r>
            <a:endParaRPr>
              <a:solidFill>
                <a:schemeClr val="dk1"/>
              </a:solidFill>
            </a:endParaRPr>
          </a:p>
          <a:p>
            <a:pPr indent="0" lvl="0" marL="0" marR="0" rtl="0" algn="l">
              <a:spcBef>
                <a:spcPts val="0"/>
              </a:spcBef>
              <a:spcAft>
                <a:spcPts val="0"/>
              </a:spcAft>
              <a:buNone/>
            </a:pPr>
            <a:r>
              <a:rPr lang="en-US" sz="1600">
                <a:solidFill>
                  <a:schemeClr val="dk1"/>
                </a:solidFill>
                <a:latin typeface="Times New Roman"/>
                <a:ea typeface="Times New Roman"/>
                <a:cs typeface="Times New Roman"/>
                <a:sym typeface="Times New Roman"/>
              </a:rPr>
              <a:t>Lo que no se aprovecha va en bolsa cerrada, lejos del agua y donde los animales no lleguen, hasta sacarlo al casco urbano.</a:t>
            </a:r>
            <a:endParaRPr>
              <a:solidFill>
                <a:schemeClr val="dk1"/>
              </a:solidFill>
            </a:endParaRPr>
          </a:p>
        </p:txBody>
      </p:sp>
      <p:sp>
        <p:nvSpPr>
          <p:cNvPr id="375" name="Google Shape;375;p11"/>
          <p:cNvSpPr/>
          <p:nvPr/>
        </p:nvSpPr>
        <p:spPr>
          <a:xfrm>
            <a:off x="2815133" y="5925473"/>
            <a:ext cx="6247406" cy="669494"/>
          </a:xfrm>
          <a:prstGeom prst="roundRect">
            <a:avLst>
              <a:gd fmla="val 16667" name="adj"/>
            </a:avLst>
          </a:prstGeom>
          <a:solidFill>
            <a:srgbClr val="F6B26B"/>
          </a:solidFill>
          <a:ln cap="flat" cmpd="sng" w="19050">
            <a:solidFill>
              <a:srgbClr val="622F15"/>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lang="en-US" sz="2000">
                <a:solidFill>
                  <a:schemeClr val="dk1"/>
                </a:solidFill>
                <a:latin typeface="Times New Roman"/>
                <a:ea typeface="Times New Roman"/>
                <a:cs typeface="Times New Roman"/>
                <a:sym typeface="Times New Roman"/>
              </a:rPr>
              <a:t>Nada al morichal ni a su orilla. Nada al fuego.</a:t>
            </a:r>
            <a:endParaRPr>
              <a:solidFill>
                <a:schemeClr val="dk1"/>
              </a:solidFill>
            </a:endParaRPr>
          </a:p>
        </p:txBody>
      </p:sp>
      <p:pic>
        <p:nvPicPr>
          <p:cNvPr id="376" name="Google Shape;376;p11"/>
          <p:cNvPicPr preferRelativeResize="0"/>
          <p:nvPr/>
        </p:nvPicPr>
        <p:blipFill>
          <a:blip r:embed="rId3">
            <a:alphaModFix/>
          </a:blip>
          <a:stretch>
            <a:fillRect/>
          </a:stretch>
        </p:blipFill>
        <p:spPr>
          <a:xfrm flipH="1">
            <a:off x="540113" y="3088401"/>
            <a:ext cx="2305975" cy="228451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12"/>
          <p:cNvSpPr txBox="1"/>
          <p:nvPr/>
        </p:nvSpPr>
        <p:spPr>
          <a:xfrm>
            <a:off x="133925" y="135124"/>
            <a:ext cx="51816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ESCENA 9 - EVALUACIÓN</a:t>
            </a:r>
            <a:endParaRPr sz="1800">
              <a:solidFill>
                <a:schemeClr val="dk1"/>
              </a:solidFill>
              <a:latin typeface="Times New Roman"/>
              <a:ea typeface="Times New Roman"/>
              <a:cs typeface="Times New Roman"/>
              <a:sym typeface="Times New Roman"/>
            </a:endParaRPr>
          </a:p>
        </p:txBody>
      </p:sp>
      <p:sp>
        <p:nvSpPr>
          <p:cNvPr id="383" name="Google Shape;383;p12"/>
          <p:cNvSpPr txBox="1"/>
          <p:nvPr/>
        </p:nvSpPr>
        <p:spPr>
          <a:xfrm>
            <a:off x="359955" y="964474"/>
            <a:ext cx="11064240" cy="73152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3400"/>
              <a:buFont typeface="Times New Roman"/>
              <a:buNone/>
            </a:pPr>
            <a:r>
              <a:rPr b="1" lang="en-US" sz="3400">
                <a:solidFill>
                  <a:schemeClr val="dk1"/>
                </a:solidFill>
                <a:latin typeface="Times New Roman"/>
                <a:ea typeface="Times New Roman"/>
                <a:cs typeface="Times New Roman"/>
                <a:sym typeface="Times New Roman"/>
              </a:rPr>
              <a:t>Tienes una bolsa de basura en la mano. ¿Qué haces?</a:t>
            </a:r>
            <a:endParaRPr b="1" sz="3400">
              <a:solidFill>
                <a:schemeClr val="dk1"/>
              </a:solidFill>
              <a:latin typeface="Times New Roman"/>
              <a:ea typeface="Times New Roman"/>
              <a:cs typeface="Times New Roman"/>
              <a:sym typeface="Times New Roman"/>
            </a:endParaRPr>
          </a:p>
        </p:txBody>
      </p:sp>
      <p:sp>
        <p:nvSpPr>
          <p:cNvPr id="384" name="Google Shape;384;p12"/>
          <p:cNvSpPr txBox="1"/>
          <p:nvPr/>
        </p:nvSpPr>
        <p:spPr>
          <a:xfrm>
            <a:off x="359955" y="1595845"/>
            <a:ext cx="109728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t/>
            </a:r>
            <a:endParaRPr b="1" sz="1600">
              <a:solidFill>
                <a:schemeClr val="dk1"/>
              </a:solidFill>
              <a:latin typeface="Times New Roman"/>
              <a:ea typeface="Times New Roman"/>
              <a:cs typeface="Times New Roman"/>
              <a:sym typeface="Times New Roman"/>
            </a:endParaRPr>
          </a:p>
        </p:txBody>
      </p:sp>
      <p:sp>
        <p:nvSpPr>
          <p:cNvPr id="385" name="Google Shape;385;p12"/>
          <p:cNvSpPr/>
          <p:nvPr/>
        </p:nvSpPr>
        <p:spPr>
          <a:xfrm>
            <a:off x="359955" y="2190206"/>
            <a:ext cx="3520440" cy="685800"/>
          </a:xfrm>
          <a:prstGeom prst="roundRect">
            <a:avLst>
              <a:gd fmla="val 13333" name="adj"/>
            </a:avLst>
          </a:prstGeom>
          <a:solidFill>
            <a:srgbClr val="2A4C38"/>
          </a:solidFill>
          <a:ln cap="flat" cmpd="sng" w="19050">
            <a:solidFill>
              <a:schemeClr val="accent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86" name="Google Shape;386;p12"/>
          <p:cNvSpPr txBox="1"/>
          <p:nvPr/>
        </p:nvSpPr>
        <p:spPr>
          <a:xfrm>
            <a:off x="542835" y="2190206"/>
            <a:ext cx="31546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500">
                <a:solidFill>
                  <a:schemeClr val="lt1"/>
                </a:solidFill>
                <a:latin typeface="Times New Roman"/>
                <a:ea typeface="Times New Roman"/>
                <a:cs typeface="Times New Roman"/>
                <a:sym typeface="Times New Roman"/>
              </a:rPr>
              <a:t>Opción: La dejo en la orilla del morichal o del camino.</a:t>
            </a:r>
            <a:endParaRPr sz="1500">
              <a:solidFill>
                <a:schemeClr val="lt1"/>
              </a:solidFill>
              <a:latin typeface="Times New Roman"/>
              <a:ea typeface="Times New Roman"/>
              <a:cs typeface="Times New Roman"/>
              <a:sym typeface="Times New Roman"/>
            </a:endParaRPr>
          </a:p>
        </p:txBody>
      </p:sp>
      <p:sp>
        <p:nvSpPr>
          <p:cNvPr id="387" name="Google Shape;387;p12"/>
          <p:cNvSpPr/>
          <p:nvPr/>
        </p:nvSpPr>
        <p:spPr>
          <a:xfrm>
            <a:off x="359955" y="3058886"/>
            <a:ext cx="3520440" cy="2468880"/>
          </a:xfrm>
          <a:prstGeom prst="roundRect">
            <a:avLst>
              <a:gd fmla="val 4444" name="adj"/>
            </a:avLst>
          </a:prstGeom>
          <a:solidFill>
            <a:srgbClr val="2A4C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88" name="Google Shape;388;p12"/>
          <p:cNvSpPr txBox="1"/>
          <p:nvPr/>
        </p:nvSpPr>
        <p:spPr>
          <a:xfrm>
            <a:off x="588555" y="3241766"/>
            <a:ext cx="3063240" cy="2194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700"/>
              <a:buFont typeface="Times New Roman"/>
              <a:buNone/>
            </a:pPr>
            <a:r>
              <a:rPr lang="en-US" sz="1700">
                <a:solidFill>
                  <a:schemeClr val="lt1"/>
                </a:solidFill>
                <a:latin typeface="Times New Roman"/>
                <a:ea typeface="Times New Roman"/>
                <a:cs typeface="Times New Roman"/>
                <a:sym typeface="Times New Roman"/>
              </a:rPr>
              <a:t>La bolsa se queda en la orilla</a:t>
            </a:r>
            <a:endParaRPr sz="1600">
              <a:solidFill>
                <a:schemeClr val="lt1"/>
              </a:solidFill>
              <a:latin typeface="Times New Roman"/>
              <a:ea typeface="Times New Roman"/>
              <a:cs typeface="Times New Roman"/>
              <a:sym typeface="Times New Roman"/>
            </a:endParaRPr>
          </a:p>
          <a:p>
            <a:pPr indent="0" lvl="0" marL="0" marR="0" rtl="0" algn="l">
              <a:spcBef>
                <a:spcPts val="600"/>
              </a:spcBef>
              <a:spcAft>
                <a:spcPts val="0"/>
              </a:spcAft>
              <a:buClr>
                <a:schemeClr val="lt1"/>
              </a:buClr>
              <a:buSzPts val="1400"/>
              <a:buFont typeface="Times New Roman"/>
              <a:buNone/>
            </a:pPr>
            <a:r>
              <a:rPr lang="en-US" sz="1400">
                <a:solidFill>
                  <a:schemeClr val="lt1"/>
                </a:solidFill>
                <a:latin typeface="Times New Roman"/>
                <a:ea typeface="Times New Roman"/>
                <a:cs typeface="Times New Roman"/>
                <a:sym typeface="Times New Roman"/>
              </a:rPr>
              <a:t>Esa noche los caballos la rompen buscando comida. Con la siguiente lluvia, lo que quedó regado baja al agua. Yo lo huelo primero: el agua que me queda para el verano ya no está limpia.</a:t>
            </a:r>
            <a:endParaRPr sz="1600">
              <a:solidFill>
                <a:schemeClr val="lt1"/>
              </a:solidFill>
              <a:latin typeface="Times New Roman"/>
              <a:ea typeface="Times New Roman"/>
              <a:cs typeface="Times New Roman"/>
              <a:sym typeface="Times New Roman"/>
            </a:endParaRPr>
          </a:p>
        </p:txBody>
      </p:sp>
      <p:sp>
        <p:nvSpPr>
          <p:cNvPr id="389" name="Google Shape;389;p12"/>
          <p:cNvSpPr/>
          <p:nvPr/>
        </p:nvSpPr>
        <p:spPr>
          <a:xfrm>
            <a:off x="4127283" y="2190206"/>
            <a:ext cx="3520440" cy="685800"/>
          </a:xfrm>
          <a:prstGeom prst="roundRect">
            <a:avLst>
              <a:gd fmla="val 13333" name="adj"/>
            </a:avLst>
          </a:prstGeom>
          <a:solidFill>
            <a:srgbClr val="2A4C38"/>
          </a:solidFill>
          <a:ln cap="flat" cmpd="sng" w="19050">
            <a:solidFill>
              <a:schemeClr val="accent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90" name="Google Shape;390;p12"/>
          <p:cNvSpPr txBox="1"/>
          <p:nvPr/>
        </p:nvSpPr>
        <p:spPr>
          <a:xfrm>
            <a:off x="4310163" y="2190206"/>
            <a:ext cx="31546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Times New Roman"/>
              <a:buNone/>
            </a:pPr>
            <a:r>
              <a:rPr lang="en-US" sz="1500">
                <a:solidFill>
                  <a:schemeClr val="lt1"/>
                </a:solidFill>
                <a:latin typeface="Times New Roman"/>
                <a:ea typeface="Times New Roman"/>
                <a:cs typeface="Times New Roman"/>
                <a:sym typeface="Times New Roman"/>
              </a:rPr>
              <a:t>Opción: La </a:t>
            </a:r>
            <a:r>
              <a:rPr lang="en-US" sz="1500">
                <a:solidFill>
                  <a:schemeClr val="lt1"/>
                </a:solidFill>
                <a:latin typeface="Times New Roman"/>
                <a:ea typeface="Times New Roman"/>
                <a:cs typeface="Times New Roman"/>
                <a:sym typeface="Times New Roman"/>
              </a:rPr>
              <a:t>quemo</a:t>
            </a:r>
            <a:r>
              <a:rPr lang="en-US" sz="1500">
                <a:solidFill>
                  <a:schemeClr val="lt1"/>
                </a:solidFill>
                <a:latin typeface="Times New Roman"/>
                <a:ea typeface="Times New Roman"/>
                <a:cs typeface="Times New Roman"/>
                <a:sym typeface="Times New Roman"/>
              </a:rPr>
              <a:t> en el patio</a:t>
            </a:r>
            <a:endParaRPr sz="1500">
              <a:solidFill>
                <a:schemeClr val="lt1"/>
              </a:solidFill>
              <a:latin typeface="Times New Roman"/>
              <a:ea typeface="Times New Roman"/>
              <a:cs typeface="Times New Roman"/>
              <a:sym typeface="Times New Roman"/>
            </a:endParaRPr>
          </a:p>
        </p:txBody>
      </p:sp>
      <p:sp>
        <p:nvSpPr>
          <p:cNvPr id="391" name="Google Shape;391;p12"/>
          <p:cNvSpPr/>
          <p:nvPr/>
        </p:nvSpPr>
        <p:spPr>
          <a:xfrm>
            <a:off x="4127283" y="3058886"/>
            <a:ext cx="3520440" cy="2468880"/>
          </a:xfrm>
          <a:prstGeom prst="roundRect">
            <a:avLst>
              <a:gd fmla="val 4444" name="adj"/>
            </a:avLst>
          </a:prstGeom>
          <a:solidFill>
            <a:srgbClr val="2A4C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92" name="Google Shape;392;p12"/>
          <p:cNvSpPr txBox="1"/>
          <p:nvPr/>
        </p:nvSpPr>
        <p:spPr>
          <a:xfrm>
            <a:off x="4355883" y="3241766"/>
            <a:ext cx="3063240" cy="2194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700"/>
              <a:buFont typeface="Times New Roman"/>
              <a:buNone/>
            </a:pPr>
            <a:r>
              <a:rPr lang="en-US" sz="1700">
                <a:solidFill>
                  <a:schemeClr val="lt1"/>
                </a:solidFill>
                <a:latin typeface="Times New Roman"/>
                <a:ea typeface="Times New Roman"/>
                <a:cs typeface="Times New Roman"/>
                <a:sym typeface="Times New Roman"/>
              </a:rPr>
              <a:t>La bolsa se convierte en humo</a:t>
            </a:r>
            <a:endParaRPr sz="1600">
              <a:solidFill>
                <a:schemeClr val="lt1"/>
              </a:solidFill>
              <a:latin typeface="Times New Roman"/>
              <a:ea typeface="Times New Roman"/>
              <a:cs typeface="Times New Roman"/>
              <a:sym typeface="Times New Roman"/>
            </a:endParaRPr>
          </a:p>
          <a:p>
            <a:pPr indent="0" lvl="0" marL="0" marR="0" rtl="0" algn="l">
              <a:spcBef>
                <a:spcPts val="600"/>
              </a:spcBef>
              <a:spcAft>
                <a:spcPts val="0"/>
              </a:spcAft>
              <a:buNone/>
            </a:pPr>
            <a:r>
              <a:rPr lang="en-US" sz="1400">
                <a:solidFill>
                  <a:schemeClr val="lt1"/>
                </a:solidFill>
                <a:latin typeface="Times New Roman"/>
                <a:ea typeface="Times New Roman"/>
                <a:cs typeface="Times New Roman"/>
                <a:sym typeface="Times New Roman"/>
              </a:rPr>
              <a:t>El plástico quemado suelta humo tóxico que respiran tu familia, tus vecinos y nosotros. Y en temporada seca, con el pasto seco y el viento, una chispa puede llegar al morichal.   Además, quemar basura está prohibido en Colombia.</a:t>
            </a:r>
            <a:endParaRPr sz="1600">
              <a:solidFill>
                <a:schemeClr val="lt1"/>
              </a:solidFill>
              <a:latin typeface="Times New Roman"/>
              <a:ea typeface="Times New Roman"/>
              <a:cs typeface="Times New Roman"/>
              <a:sym typeface="Times New Roman"/>
            </a:endParaRPr>
          </a:p>
        </p:txBody>
      </p:sp>
      <p:sp>
        <p:nvSpPr>
          <p:cNvPr id="393" name="Google Shape;393;p12"/>
          <p:cNvSpPr/>
          <p:nvPr/>
        </p:nvSpPr>
        <p:spPr>
          <a:xfrm>
            <a:off x="7894611" y="2190206"/>
            <a:ext cx="3520440" cy="685800"/>
          </a:xfrm>
          <a:prstGeom prst="roundRect">
            <a:avLst>
              <a:gd fmla="val 13333" name="adj"/>
            </a:avLst>
          </a:prstGeom>
          <a:solidFill>
            <a:srgbClr val="92D050"/>
          </a:solidFill>
          <a:ln cap="flat" cmpd="sng" w="19050">
            <a:solidFill>
              <a:schemeClr val="accent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94" name="Google Shape;394;p12"/>
          <p:cNvSpPr txBox="1"/>
          <p:nvPr/>
        </p:nvSpPr>
        <p:spPr>
          <a:xfrm>
            <a:off x="8077491" y="2190206"/>
            <a:ext cx="31546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Times New Roman"/>
              <a:buNone/>
            </a:pPr>
            <a:r>
              <a:rPr lang="en-US" sz="1500">
                <a:solidFill>
                  <a:schemeClr val="dk1"/>
                </a:solidFill>
                <a:latin typeface="Times New Roman"/>
                <a:ea typeface="Times New Roman"/>
                <a:cs typeface="Times New Roman"/>
                <a:sym typeface="Times New Roman"/>
              </a:rPr>
              <a:t>Opción: La separo en casa </a:t>
            </a:r>
            <a:endParaRPr sz="1500">
              <a:solidFill>
                <a:schemeClr val="dk1"/>
              </a:solidFill>
              <a:latin typeface="Times New Roman"/>
              <a:ea typeface="Times New Roman"/>
              <a:cs typeface="Times New Roman"/>
              <a:sym typeface="Times New Roman"/>
            </a:endParaRPr>
          </a:p>
        </p:txBody>
      </p:sp>
      <p:sp>
        <p:nvSpPr>
          <p:cNvPr id="395" name="Google Shape;395;p12"/>
          <p:cNvSpPr/>
          <p:nvPr/>
        </p:nvSpPr>
        <p:spPr>
          <a:xfrm>
            <a:off x="7894611" y="3058886"/>
            <a:ext cx="3520440" cy="2468880"/>
          </a:xfrm>
          <a:prstGeom prst="roundRect">
            <a:avLst>
              <a:gd fmla="val 4444" name="adj"/>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396" name="Google Shape;396;p12"/>
          <p:cNvSpPr txBox="1"/>
          <p:nvPr/>
        </p:nvSpPr>
        <p:spPr>
          <a:xfrm>
            <a:off x="8123211" y="3241766"/>
            <a:ext cx="3063240" cy="2194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Times New Roman"/>
              <a:buNone/>
            </a:pPr>
            <a:r>
              <a:rPr lang="en-US" sz="1700">
                <a:solidFill>
                  <a:schemeClr val="dk1"/>
                </a:solidFill>
                <a:latin typeface="Times New Roman"/>
                <a:ea typeface="Times New Roman"/>
                <a:cs typeface="Times New Roman"/>
                <a:sym typeface="Times New Roman"/>
              </a:rPr>
              <a:t>La bolsa se vuelve casi nada</a:t>
            </a:r>
            <a:endParaRPr sz="1600">
              <a:solidFill>
                <a:schemeClr val="dk1"/>
              </a:solidFill>
              <a:latin typeface="Times New Roman"/>
              <a:ea typeface="Times New Roman"/>
              <a:cs typeface="Times New Roman"/>
              <a:sym typeface="Times New Roman"/>
            </a:endParaRPr>
          </a:p>
          <a:p>
            <a:pPr indent="0" lvl="0" marL="0" marR="0" rtl="0" algn="l">
              <a:spcBef>
                <a:spcPts val="60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Las cáscaras se vuelven abono. El plástico y el cartón esperan limpios en el punto de acopio. Lo que de verdad hay que sacar cabe en una bolsa mucho más pequeña, bien cerrada. Al morichal no le llega nada. ¡Eso es ser guardián!</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13"/>
          <p:cNvSpPr txBox="1"/>
          <p:nvPr/>
        </p:nvSpPr>
        <p:spPr>
          <a:xfrm>
            <a:off x="359955" y="964474"/>
            <a:ext cx="11064240" cy="73152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3400"/>
              <a:buFont typeface="Times New Roman"/>
              <a:buNone/>
            </a:pPr>
            <a:r>
              <a:rPr b="1" lang="en-US" sz="3400">
                <a:solidFill>
                  <a:schemeClr val="dk1"/>
                </a:solidFill>
                <a:latin typeface="Times New Roman"/>
                <a:ea typeface="Times New Roman"/>
                <a:cs typeface="Times New Roman"/>
                <a:sym typeface="Times New Roman"/>
              </a:rPr>
              <a:t>Llega el verano con El Niño y el agua del morichal baja. ¿Qué pasa con la basura que ya estaba ahí?</a:t>
            </a:r>
            <a:endParaRPr b="1" sz="3400">
              <a:solidFill>
                <a:schemeClr val="dk1"/>
              </a:solidFill>
              <a:latin typeface="Times New Roman"/>
              <a:ea typeface="Times New Roman"/>
              <a:cs typeface="Times New Roman"/>
              <a:sym typeface="Times New Roman"/>
            </a:endParaRPr>
          </a:p>
        </p:txBody>
      </p:sp>
      <p:sp>
        <p:nvSpPr>
          <p:cNvPr id="403" name="Google Shape;403;p13"/>
          <p:cNvSpPr txBox="1"/>
          <p:nvPr/>
        </p:nvSpPr>
        <p:spPr>
          <a:xfrm>
            <a:off x="359955" y="1595845"/>
            <a:ext cx="109728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t/>
            </a:r>
            <a:endParaRPr sz="1600">
              <a:solidFill>
                <a:schemeClr val="dk1"/>
              </a:solidFill>
              <a:latin typeface="Times New Roman"/>
              <a:ea typeface="Times New Roman"/>
              <a:cs typeface="Times New Roman"/>
              <a:sym typeface="Times New Roman"/>
            </a:endParaRPr>
          </a:p>
        </p:txBody>
      </p:sp>
      <p:sp>
        <p:nvSpPr>
          <p:cNvPr id="404" name="Google Shape;404;p13"/>
          <p:cNvSpPr/>
          <p:nvPr/>
        </p:nvSpPr>
        <p:spPr>
          <a:xfrm>
            <a:off x="359955" y="2190206"/>
            <a:ext cx="3520440" cy="685800"/>
          </a:xfrm>
          <a:prstGeom prst="roundRect">
            <a:avLst>
              <a:gd fmla="val 13333" name="adj"/>
            </a:avLst>
          </a:prstGeom>
          <a:solidFill>
            <a:srgbClr val="2A4C38"/>
          </a:solidFill>
          <a:ln cap="flat" cmpd="sng" w="19050">
            <a:solidFill>
              <a:schemeClr val="accent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405" name="Google Shape;405;p13"/>
          <p:cNvSpPr txBox="1"/>
          <p:nvPr/>
        </p:nvSpPr>
        <p:spPr>
          <a:xfrm>
            <a:off x="542835" y="2190206"/>
            <a:ext cx="31546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500">
                <a:solidFill>
                  <a:schemeClr val="lt1"/>
                </a:solidFill>
                <a:latin typeface="Times New Roman"/>
                <a:ea typeface="Times New Roman"/>
                <a:cs typeface="Times New Roman"/>
                <a:sym typeface="Times New Roman"/>
              </a:rPr>
              <a:t>Opción: El agua se la lleva y desaparece</a:t>
            </a:r>
            <a:endParaRPr sz="1500">
              <a:solidFill>
                <a:schemeClr val="lt1"/>
              </a:solidFill>
              <a:latin typeface="Times New Roman"/>
              <a:ea typeface="Times New Roman"/>
              <a:cs typeface="Times New Roman"/>
              <a:sym typeface="Times New Roman"/>
            </a:endParaRPr>
          </a:p>
        </p:txBody>
      </p:sp>
      <p:sp>
        <p:nvSpPr>
          <p:cNvPr id="406" name="Google Shape;406;p13"/>
          <p:cNvSpPr/>
          <p:nvPr/>
        </p:nvSpPr>
        <p:spPr>
          <a:xfrm>
            <a:off x="359955" y="3058886"/>
            <a:ext cx="3520440" cy="2468880"/>
          </a:xfrm>
          <a:prstGeom prst="roundRect">
            <a:avLst>
              <a:gd fmla="val 4444" name="adj"/>
            </a:avLst>
          </a:prstGeom>
          <a:solidFill>
            <a:srgbClr val="2A4C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407" name="Google Shape;407;p13"/>
          <p:cNvSpPr txBox="1"/>
          <p:nvPr/>
        </p:nvSpPr>
        <p:spPr>
          <a:xfrm>
            <a:off x="588555" y="3241766"/>
            <a:ext cx="3063240" cy="2194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700"/>
              <a:buFont typeface="Times New Roman"/>
              <a:buNone/>
            </a:pPr>
            <a:r>
              <a:rPr lang="en-US" sz="1700">
                <a:solidFill>
                  <a:schemeClr val="lt1"/>
                </a:solidFill>
                <a:latin typeface="Times New Roman"/>
                <a:ea typeface="Times New Roman"/>
                <a:cs typeface="Times New Roman"/>
                <a:sym typeface="Times New Roman"/>
              </a:rPr>
              <a:t>Mmm… no tanto.</a:t>
            </a:r>
            <a:endParaRPr/>
          </a:p>
          <a:p>
            <a:pPr indent="0" lvl="0" marL="0" marR="0" rtl="0" algn="l">
              <a:spcBef>
                <a:spcPts val="600"/>
              </a:spcBef>
              <a:spcAft>
                <a:spcPts val="0"/>
              </a:spcAft>
              <a:buClr>
                <a:schemeClr val="lt1"/>
              </a:buClr>
              <a:buSzPts val="1700"/>
              <a:buFont typeface="Times New Roman"/>
              <a:buNone/>
            </a:pPr>
            <a:r>
              <a:rPr lang="en-US" sz="1700">
                <a:solidFill>
                  <a:schemeClr val="lt1"/>
                </a:solidFill>
                <a:latin typeface="Times New Roman"/>
                <a:ea typeface="Times New Roman"/>
                <a:cs typeface="Times New Roman"/>
                <a:sym typeface="Times New Roman"/>
              </a:rPr>
              <a:t>Ojalá. Pero con tan poca agua nada se mueve: la basura se queda ahí, cada vez más cerca de lo que tomamos.</a:t>
            </a:r>
            <a:endParaRPr sz="1600">
              <a:solidFill>
                <a:schemeClr val="lt1"/>
              </a:solidFill>
              <a:latin typeface="Times New Roman"/>
              <a:ea typeface="Times New Roman"/>
              <a:cs typeface="Times New Roman"/>
              <a:sym typeface="Times New Roman"/>
            </a:endParaRPr>
          </a:p>
        </p:txBody>
      </p:sp>
      <p:sp>
        <p:nvSpPr>
          <p:cNvPr id="408" name="Google Shape;408;p13"/>
          <p:cNvSpPr/>
          <p:nvPr/>
        </p:nvSpPr>
        <p:spPr>
          <a:xfrm>
            <a:off x="4127283" y="2190206"/>
            <a:ext cx="3520440" cy="685800"/>
          </a:xfrm>
          <a:prstGeom prst="roundRect">
            <a:avLst>
              <a:gd fmla="val 13333" name="adj"/>
            </a:avLst>
          </a:prstGeom>
          <a:solidFill>
            <a:srgbClr val="92D050"/>
          </a:solidFill>
          <a:ln cap="flat" cmpd="sng" w="19050">
            <a:solidFill>
              <a:schemeClr val="accent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409" name="Google Shape;409;p13"/>
          <p:cNvSpPr txBox="1"/>
          <p:nvPr/>
        </p:nvSpPr>
        <p:spPr>
          <a:xfrm>
            <a:off x="4310163" y="2190206"/>
            <a:ext cx="31546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Times New Roman"/>
              <a:buNone/>
            </a:pPr>
            <a:r>
              <a:rPr lang="en-US" sz="1500">
                <a:solidFill>
                  <a:schemeClr val="dk1"/>
                </a:solidFill>
                <a:latin typeface="Times New Roman"/>
                <a:ea typeface="Times New Roman"/>
                <a:cs typeface="Times New Roman"/>
                <a:sym typeface="Times New Roman"/>
              </a:rPr>
              <a:t>Opción: Queda más concentrada en la poca agua que queda</a:t>
            </a:r>
            <a:endParaRPr sz="1500">
              <a:solidFill>
                <a:schemeClr val="dk1"/>
              </a:solidFill>
              <a:latin typeface="Times New Roman"/>
              <a:ea typeface="Times New Roman"/>
              <a:cs typeface="Times New Roman"/>
              <a:sym typeface="Times New Roman"/>
            </a:endParaRPr>
          </a:p>
        </p:txBody>
      </p:sp>
      <p:sp>
        <p:nvSpPr>
          <p:cNvPr id="410" name="Google Shape;410;p13"/>
          <p:cNvSpPr/>
          <p:nvPr/>
        </p:nvSpPr>
        <p:spPr>
          <a:xfrm>
            <a:off x="4127283" y="3058886"/>
            <a:ext cx="3520440" cy="2468880"/>
          </a:xfrm>
          <a:prstGeom prst="roundRect">
            <a:avLst>
              <a:gd fmla="val 4444" name="adj"/>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411" name="Google Shape;411;p13"/>
          <p:cNvSpPr txBox="1"/>
          <p:nvPr/>
        </p:nvSpPr>
        <p:spPr>
          <a:xfrm>
            <a:off x="4355883" y="3241766"/>
            <a:ext cx="3063240" cy="2194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Times New Roman"/>
              <a:buNone/>
            </a:pPr>
            <a:r>
              <a:rPr lang="en-US" sz="1700">
                <a:solidFill>
                  <a:schemeClr val="dk1"/>
                </a:solidFill>
                <a:latin typeface="Times New Roman"/>
                <a:ea typeface="Times New Roman"/>
                <a:cs typeface="Times New Roman"/>
                <a:sym typeface="Times New Roman"/>
              </a:rPr>
              <a:t>¡Bien!</a:t>
            </a:r>
            <a:endParaRPr/>
          </a:p>
          <a:p>
            <a:pPr indent="0" lvl="0" marL="0" marR="0" rtl="0" algn="l">
              <a:spcBef>
                <a:spcPts val="600"/>
              </a:spcBef>
              <a:spcAft>
                <a:spcPts val="0"/>
              </a:spcAft>
              <a:buClr>
                <a:schemeClr val="dk1"/>
              </a:buClr>
              <a:buSzPts val="1700"/>
              <a:buFont typeface="Times New Roman"/>
              <a:buNone/>
            </a:pPr>
            <a:r>
              <a:rPr lang="en-US" sz="1700">
                <a:solidFill>
                  <a:schemeClr val="dk1"/>
                </a:solidFill>
                <a:latin typeface="Times New Roman"/>
                <a:ea typeface="Times New Roman"/>
                <a:cs typeface="Times New Roman"/>
                <a:sym typeface="Times New Roman"/>
              </a:rPr>
              <a:t>¡Exacto! La basura es la misma, pero hay menos agua. Por eso en plena sequía el agua que tomamos los animales es la más sucia.</a:t>
            </a:r>
            <a:endParaRPr sz="1600">
              <a:solidFill>
                <a:schemeClr val="dk1"/>
              </a:solidFill>
              <a:latin typeface="Times New Roman"/>
              <a:ea typeface="Times New Roman"/>
              <a:cs typeface="Times New Roman"/>
              <a:sym typeface="Times New Roman"/>
            </a:endParaRPr>
          </a:p>
        </p:txBody>
      </p:sp>
      <p:sp>
        <p:nvSpPr>
          <p:cNvPr id="412" name="Google Shape;412;p13"/>
          <p:cNvSpPr/>
          <p:nvPr/>
        </p:nvSpPr>
        <p:spPr>
          <a:xfrm>
            <a:off x="7894611" y="2190206"/>
            <a:ext cx="3520440" cy="685800"/>
          </a:xfrm>
          <a:prstGeom prst="roundRect">
            <a:avLst>
              <a:gd fmla="val 13333" name="adj"/>
            </a:avLst>
          </a:prstGeom>
          <a:solidFill>
            <a:srgbClr val="2A4C38"/>
          </a:solidFill>
          <a:ln cap="flat" cmpd="sng" w="19050">
            <a:solidFill>
              <a:schemeClr val="accent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413" name="Google Shape;413;p13"/>
          <p:cNvSpPr txBox="1"/>
          <p:nvPr/>
        </p:nvSpPr>
        <p:spPr>
          <a:xfrm>
            <a:off x="8077491" y="2190206"/>
            <a:ext cx="31546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Times New Roman"/>
              <a:buNone/>
            </a:pPr>
            <a:r>
              <a:rPr lang="en-US" sz="1500">
                <a:solidFill>
                  <a:schemeClr val="lt1"/>
                </a:solidFill>
                <a:latin typeface="Times New Roman"/>
                <a:ea typeface="Times New Roman"/>
                <a:cs typeface="Times New Roman"/>
                <a:sym typeface="Times New Roman"/>
              </a:rPr>
              <a:t>Opción: No cambia nada, sigue igual que en invierno</a:t>
            </a:r>
            <a:endParaRPr sz="1500">
              <a:solidFill>
                <a:schemeClr val="lt1"/>
              </a:solidFill>
              <a:latin typeface="Times New Roman"/>
              <a:ea typeface="Times New Roman"/>
              <a:cs typeface="Times New Roman"/>
              <a:sym typeface="Times New Roman"/>
            </a:endParaRPr>
          </a:p>
        </p:txBody>
      </p:sp>
      <p:sp>
        <p:nvSpPr>
          <p:cNvPr id="414" name="Google Shape;414;p13"/>
          <p:cNvSpPr/>
          <p:nvPr/>
        </p:nvSpPr>
        <p:spPr>
          <a:xfrm>
            <a:off x="7894611" y="3058886"/>
            <a:ext cx="3520440" cy="2468880"/>
          </a:xfrm>
          <a:prstGeom prst="roundRect">
            <a:avLst>
              <a:gd fmla="val 4444" name="adj"/>
            </a:avLst>
          </a:prstGeom>
          <a:solidFill>
            <a:srgbClr val="2A4C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415" name="Google Shape;415;p13"/>
          <p:cNvSpPr txBox="1"/>
          <p:nvPr/>
        </p:nvSpPr>
        <p:spPr>
          <a:xfrm>
            <a:off x="8123211" y="3241766"/>
            <a:ext cx="3063240" cy="2194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700"/>
              <a:buFont typeface="Times New Roman"/>
              <a:buNone/>
            </a:pPr>
            <a:r>
              <a:rPr lang="en-US" sz="1700">
                <a:solidFill>
                  <a:schemeClr val="lt1"/>
                </a:solidFill>
                <a:latin typeface="Times New Roman"/>
                <a:ea typeface="Times New Roman"/>
                <a:cs typeface="Times New Roman"/>
                <a:sym typeface="Times New Roman"/>
              </a:rPr>
              <a:t>Mmm… no tanto.</a:t>
            </a:r>
            <a:endParaRPr/>
          </a:p>
          <a:p>
            <a:pPr indent="0" lvl="0" marL="0" marR="0" rtl="0" algn="l">
              <a:spcBef>
                <a:spcPts val="600"/>
              </a:spcBef>
              <a:spcAft>
                <a:spcPts val="0"/>
              </a:spcAft>
              <a:buClr>
                <a:schemeClr val="lt1"/>
              </a:buClr>
              <a:buSzPts val="1700"/>
              <a:buFont typeface="Times New Roman"/>
              <a:buNone/>
            </a:pPr>
            <a:r>
              <a:rPr lang="en-US" sz="1700">
                <a:solidFill>
                  <a:schemeClr val="lt1"/>
                </a:solidFill>
                <a:latin typeface="Times New Roman"/>
                <a:ea typeface="Times New Roman"/>
                <a:cs typeface="Times New Roman"/>
                <a:sym typeface="Times New Roman"/>
              </a:rPr>
              <a:t>La basura sí es la misma, pero el agua no. Con menos agua, lo que botamos queda mucho más concentrado.</a:t>
            </a:r>
            <a:endParaRPr sz="1600">
              <a:solidFill>
                <a:schemeClr val="lt1"/>
              </a:solidFill>
              <a:latin typeface="Times New Roman"/>
              <a:ea typeface="Times New Roman"/>
              <a:cs typeface="Times New Roman"/>
              <a:sym typeface="Times New Roman"/>
            </a:endParaRPr>
          </a:p>
        </p:txBody>
      </p:sp>
      <p:sp>
        <p:nvSpPr>
          <p:cNvPr id="416" name="Google Shape;416;p13"/>
          <p:cNvSpPr txBox="1"/>
          <p:nvPr/>
        </p:nvSpPr>
        <p:spPr>
          <a:xfrm>
            <a:off x="133925" y="135124"/>
            <a:ext cx="5181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ESCENA 9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14"/>
          <p:cNvSpPr txBox="1"/>
          <p:nvPr/>
        </p:nvSpPr>
        <p:spPr>
          <a:xfrm>
            <a:off x="359955" y="964474"/>
            <a:ext cx="11064240" cy="73152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3400"/>
              <a:buFont typeface="Times New Roman"/>
              <a:buNone/>
            </a:pPr>
            <a:r>
              <a:rPr b="1" lang="en-US" sz="3400">
                <a:solidFill>
                  <a:schemeClr val="dk1"/>
                </a:solidFill>
                <a:latin typeface="Times New Roman"/>
                <a:ea typeface="Times New Roman"/>
                <a:cs typeface="Times New Roman"/>
                <a:sym typeface="Times New Roman"/>
              </a:rPr>
              <a:t>Te quedaron cáscaras de plátano y restos de comida. ¿A dónde van?</a:t>
            </a:r>
            <a:endParaRPr b="1" sz="3400">
              <a:solidFill>
                <a:schemeClr val="dk1"/>
              </a:solidFill>
              <a:latin typeface="Times New Roman"/>
              <a:ea typeface="Times New Roman"/>
              <a:cs typeface="Times New Roman"/>
              <a:sym typeface="Times New Roman"/>
            </a:endParaRPr>
          </a:p>
        </p:txBody>
      </p:sp>
      <p:sp>
        <p:nvSpPr>
          <p:cNvPr id="423" name="Google Shape;423;p14"/>
          <p:cNvSpPr txBox="1"/>
          <p:nvPr/>
        </p:nvSpPr>
        <p:spPr>
          <a:xfrm>
            <a:off x="359955" y="1595845"/>
            <a:ext cx="109728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t/>
            </a:r>
            <a:endParaRPr sz="1600">
              <a:solidFill>
                <a:schemeClr val="dk1"/>
              </a:solidFill>
              <a:latin typeface="Times New Roman"/>
              <a:ea typeface="Times New Roman"/>
              <a:cs typeface="Times New Roman"/>
              <a:sym typeface="Times New Roman"/>
            </a:endParaRPr>
          </a:p>
        </p:txBody>
      </p:sp>
      <p:sp>
        <p:nvSpPr>
          <p:cNvPr id="424" name="Google Shape;424;p14"/>
          <p:cNvSpPr/>
          <p:nvPr/>
        </p:nvSpPr>
        <p:spPr>
          <a:xfrm>
            <a:off x="359955" y="2190206"/>
            <a:ext cx="3520440" cy="685800"/>
          </a:xfrm>
          <a:prstGeom prst="roundRect">
            <a:avLst>
              <a:gd fmla="val 13333" name="adj"/>
            </a:avLst>
          </a:prstGeom>
          <a:solidFill>
            <a:srgbClr val="92D050"/>
          </a:solidFill>
          <a:ln cap="flat" cmpd="sng" w="19050">
            <a:solidFill>
              <a:schemeClr val="accent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425" name="Google Shape;425;p14"/>
          <p:cNvSpPr txBox="1"/>
          <p:nvPr/>
        </p:nvSpPr>
        <p:spPr>
          <a:xfrm>
            <a:off x="542835" y="2190206"/>
            <a:ext cx="31546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500">
                <a:solidFill>
                  <a:schemeClr val="dk1"/>
                </a:solidFill>
                <a:latin typeface="Times New Roman"/>
                <a:ea typeface="Times New Roman"/>
                <a:cs typeface="Times New Roman"/>
                <a:sym typeface="Times New Roman"/>
              </a:rPr>
              <a:t>Opción: A la compostera</a:t>
            </a:r>
            <a:endParaRPr sz="1500">
              <a:solidFill>
                <a:schemeClr val="dk1"/>
              </a:solidFill>
              <a:latin typeface="Times New Roman"/>
              <a:ea typeface="Times New Roman"/>
              <a:cs typeface="Times New Roman"/>
              <a:sym typeface="Times New Roman"/>
            </a:endParaRPr>
          </a:p>
        </p:txBody>
      </p:sp>
      <p:sp>
        <p:nvSpPr>
          <p:cNvPr id="426" name="Google Shape;426;p14"/>
          <p:cNvSpPr/>
          <p:nvPr/>
        </p:nvSpPr>
        <p:spPr>
          <a:xfrm>
            <a:off x="359955" y="3058886"/>
            <a:ext cx="3520440" cy="2468880"/>
          </a:xfrm>
          <a:prstGeom prst="roundRect">
            <a:avLst>
              <a:gd fmla="val 4444" name="adj"/>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427" name="Google Shape;427;p14"/>
          <p:cNvSpPr txBox="1"/>
          <p:nvPr/>
        </p:nvSpPr>
        <p:spPr>
          <a:xfrm>
            <a:off x="588555" y="3241766"/>
            <a:ext cx="3063240" cy="2194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Times New Roman"/>
              <a:buNone/>
            </a:pPr>
            <a:r>
              <a:rPr lang="en-US" sz="1700">
                <a:solidFill>
                  <a:schemeClr val="dk1"/>
                </a:solidFill>
                <a:latin typeface="Times New Roman"/>
                <a:ea typeface="Times New Roman"/>
                <a:cs typeface="Times New Roman"/>
                <a:sym typeface="Times New Roman"/>
              </a:rPr>
              <a:t>¡Bien!</a:t>
            </a:r>
            <a:endParaRPr/>
          </a:p>
          <a:p>
            <a:pPr indent="0" lvl="0" marL="0" marR="0" rtl="0" algn="l">
              <a:spcBef>
                <a:spcPts val="600"/>
              </a:spcBef>
              <a:spcAft>
                <a:spcPts val="0"/>
              </a:spcAft>
              <a:buClr>
                <a:schemeClr val="dk1"/>
              </a:buClr>
              <a:buSzPts val="1700"/>
              <a:buFont typeface="Times New Roman"/>
              <a:buNone/>
            </a:pPr>
            <a:r>
              <a:rPr lang="en-US" sz="1700">
                <a:solidFill>
                  <a:schemeClr val="dk1"/>
                </a:solidFill>
                <a:latin typeface="Times New Roman"/>
                <a:ea typeface="Times New Roman"/>
                <a:cs typeface="Times New Roman"/>
                <a:sym typeface="Times New Roman"/>
              </a:rPr>
              <a:t>¡Muy bien! Se convierten en abono para la huerta o el patio. Y ni siquiera tienen que salir de tu casa.</a:t>
            </a:r>
            <a:endParaRPr sz="1600">
              <a:solidFill>
                <a:schemeClr val="dk1"/>
              </a:solidFill>
              <a:latin typeface="Times New Roman"/>
              <a:ea typeface="Times New Roman"/>
              <a:cs typeface="Times New Roman"/>
              <a:sym typeface="Times New Roman"/>
            </a:endParaRPr>
          </a:p>
        </p:txBody>
      </p:sp>
      <p:sp>
        <p:nvSpPr>
          <p:cNvPr id="428" name="Google Shape;428;p14"/>
          <p:cNvSpPr/>
          <p:nvPr/>
        </p:nvSpPr>
        <p:spPr>
          <a:xfrm>
            <a:off x="4127283" y="2190206"/>
            <a:ext cx="3520440" cy="685800"/>
          </a:xfrm>
          <a:prstGeom prst="roundRect">
            <a:avLst>
              <a:gd fmla="val 13333" name="adj"/>
            </a:avLst>
          </a:prstGeom>
          <a:solidFill>
            <a:srgbClr val="2A4C38"/>
          </a:solidFill>
          <a:ln cap="flat" cmpd="sng" w="19050">
            <a:solidFill>
              <a:schemeClr val="accent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29" name="Google Shape;429;p14"/>
          <p:cNvSpPr txBox="1"/>
          <p:nvPr/>
        </p:nvSpPr>
        <p:spPr>
          <a:xfrm>
            <a:off x="4310163" y="2190206"/>
            <a:ext cx="3154680" cy="685800"/>
          </a:xfrm>
          <a:prstGeom prst="rect">
            <a:avLst/>
          </a:prstGeom>
          <a:solidFill>
            <a:srgbClr val="2A4C38"/>
          </a:solid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Times New Roman"/>
              <a:buNone/>
            </a:pPr>
            <a:r>
              <a:rPr lang="en-US" sz="1500">
                <a:solidFill>
                  <a:schemeClr val="lt1"/>
                </a:solidFill>
                <a:latin typeface="Times New Roman"/>
                <a:ea typeface="Times New Roman"/>
                <a:cs typeface="Times New Roman"/>
                <a:sym typeface="Times New Roman"/>
              </a:rPr>
              <a:t>Opción: Al punto de acopio</a:t>
            </a:r>
            <a:endParaRPr sz="1500">
              <a:solidFill>
                <a:schemeClr val="lt1"/>
              </a:solidFill>
              <a:latin typeface="Times New Roman"/>
              <a:ea typeface="Times New Roman"/>
              <a:cs typeface="Times New Roman"/>
              <a:sym typeface="Times New Roman"/>
            </a:endParaRPr>
          </a:p>
        </p:txBody>
      </p:sp>
      <p:sp>
        <p:nvSpPr>
          <p:cNvPr id="430" name="Google Shape;430;p14"/>
          <p:cNvSpPr/>
          <p:nvPr/>
        </p:nvSpPr>
        <p:spPr>
          <a:xfrm>
            <a:off x="4127283" y="3058886"/>
            <a:ext cx="3520440" cy="2468880"/>
          </a:xfrm>
          <a:prstGeom prst="roundRect">
            <a:avLst>
              <a:gd fmla="val 4444" name="adj"/>
            </a:avLst>
          </a:prstGeom>
          <a:solidFill>
            <a:srgbClr val="2A4C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31" name="Google Shape;431;p14"/>
          <p:cNvSpPr txBox="1"/>
          <p:nvPr/>
        </p:nvSpPr>
        <p:spPr>
          <a:xfrm>
            <a:off x="4355883" y="3241766"/>
            <a:ext cx="3063240" cy="2194560"/>
          </a:xfrm>
          <a:prstGeom prst="rect">
            <a:avLst/>
          </a:prstGeom>
          <a:solidFill>
            <a:srgbClr val="2A4C38"/>
          </a:solid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700"/>
              <a:buFont typeface="Times New Roman"/>
              <a:buNone/>
            </a:pPr>
            <a:r>
              <a:rPr lang="en-US" sz="1700">
                <a:solidFill>
                  <a:schemeClr val="lt1"/>
                </a:solidFill>
                <a:latin typeface="Times New Roman"/>
                <a:ea typeface="Times New Roman"/>
                <a:cs typeface="Times New Roman"/>
                <a:sym typeface="Times New Roman"/>
              </a:rPr>
              <a:t>Mmm… no tanto.</a:t>
            </a:r>
            <a:endParaRPr/>
          </a:p>
          <a:p>
            <a:pPr indent="0" lvl="0" marL="0" marR="0" rtl="0" algn="l">
              <a:spcBef>
                <a:spcPts val="600"/>
              </a:spcBef>
              <a:spcAft>
                <a:spcPts val="0"/>
              </a:spcAft>
              <a:buClr>
                <a:schemeClr val="lt1"/>
              </a:buClr>
              <a:buSzPts val="1700"/>
              <a:buFont typeface="Times New Roman"/>
              <a:buNone/>
            </a:pPr>
            <a:r>
              <a:rPr lang="en-US" sz="1700">
                <a:solidFill>
                  <a:schemeClr val="lt1"/>
                </a:solidFill>
                <a:latin typeface="Times New Roman"/>
                <a:ea typeface="Times New Roman"/>
                <a:cs typeface="Times New Roman"/>
                <a:sym typeface="Times New Roman"/>
              </a:rPr>
              <a:t>El punto de acopio es para lo reciclable: plástico, cartón, vidrio y latas. Lo orgánico va a la compostera.</a:t>
            </a:r>
            <a:endParaRPr sz="1600">
              <a:solidFill>
                <a:schemeClr val="lt1"/>
              </a:solidFill>
              <a:latin typeface="Times New Roman"/>
              <a:ea typeface="Times New Roman"/>
              <a:cs typeface="Times New Roman"/>
              <a:sym typeface="Times New Roman"/>
            </a:endParaRPr>
          </a:p>
        </p:txBody>
      </p:sp>
      <p:sp>
        <p:nvSpPr>
          <p:cNvPr id="432" name="Google Shape;432;p14"/>
          <p:cNvSpPr/>
          <p:nvPr/>
        </p:nvSpPr>
        <p:spPr>
          <a:xfrm>
            <a:off x="7894611" y="2190206"/>
            <a:ext cx="3520440" cy="685800"/>
          </a:xfrm>
          <a:prstGeom prst="roundRect">
            <a:avLst>
              <a:gd fmla="val 13333" name="adj"/>
            </a:avLst>
          </a:prstGeom>
          <a:solidFill>
            <a:srgbClr val="2A4C38"/>
          </a:solidFill>
          <a:ln cap="flat" cmpd="sng" w="19050">
            <a:solidFill>
              <a:schemeClr val="accent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33" name="Google Shape;433;p14"/>
          <p:cNvSpPr txBox="1"/>
          <p:nvPr/>
        </p:nvSpPr>
        <p:spPr>
          <a:xfrm>
            <a:off x="8077491" y="2190206"/>
            <a:ext cx="3154680" cy="685800"/>
          </a:xfrm>
          <a:prstGeom prst="rect">
            <a:avLst/>
          </a:prstGeom>
          <a:solidFill>
            <a:srgbClr val="2A4C38"/>
          </a:solid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Times New Roman"/>
              <a:buNone/>
            </a:pPr>
            <a:r>
              <a:rPr lang="en-US" sz="1500">
                <a:solidFill>
                  <a:schemeClr val="lt1"/>
                </a:solidFill>
                <a:latin typeface="Times New Roman"/>
                <a:ea typeface="Times New Roman"/>
                <a:cs typeface="Times New Roman"/>
                <a:sym typeface="Times New Roman"/>
              </a:rPr>
              <a:t>Opción: En la bolsa para el casco urbano</a:t>
            </a:r>
            <a:endParaRPr sz="1500">
              <a:solidFill>
                <a:schemeClr val="lt1"/>
              </a:solidFill>
              <a:latin typeface="Times New Roman"/>
              <a:ea typeface="Times New Roman"/>
              <a:cs typeface="Times New Roman"/>
              <a:sym typeface="Times New Roman"/>
            </a:endParaRPr>
          </a:p>
        </p:txBody>
      </p:sp>
      <p:sp>
        <p:nvSpPr>
          <p:cNvPr id="434" name="Google Shape;434;p14"/>
          <p:cNvSpPr/>
          <p:nvPr/>
        </p:nvSpPr>
        <p:spPr>
          <a:xfrm>
            <a:off x="7894611" y="3058886"/>
            <a:ext cx="3520440" cy="2468880"/>
          </a:xfrm>
          <a:prstGeom prst="roundRect">
            <a:avLst>
              <a:gd fmla="val 4444" name="adj"/>
            </a:avLst>
          </a:prstGeom>
          <a:solidFill>
            <a:srgbClr val="2A4C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35" name="Google Shape;435;p14"/>
          <p:cNvSpPr txBox="1"/>
          <p:nvPr/>
        </p:nvSpPr>
        <p:spPr>
          <a:xfrm>
            <a:off x="8123211" y="3241766"/>
            <a:ext cx="3063240" cy="2194560"/>
          </a:xfrm>
          <a:prstGeom prst="rect">
            <a:avLst/>
          </a:prstGeom>
          <a:solidFill>
            <a:srgbClr val="2A4C38"/>
          </a:solid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700"/>
              <a:buFont typeface="Times New Roman"/>
              <a:buNone/>
            </a:pPr>
            <a:r>
              <a:rPr lang="en-US" sz="1700">
                <a:solidFill>
                  <a:schemeClr val="lt1"/>
                </a:solidFill>
                <a:latin typeface="Times New Roman"/>
                <a:ea typeface="Times New Roman"/>
                <a:cs typeface="Times New Roman"/>
                <a:sym typeface="Times New Roman"/>
              </a:rPr>
              <a:t>Mmm… no tanto.</a:t>
            </a:r>
            <a:endParaRPr/>
          </a:p>
          <a:p>
            <a:pPr indent="0" lvl="0" marL="0" marR="0" rtl="0" algn="l">
              <a:spcBef>
                <a:spcPts val="600"/>
              </a:spcBef>
              <a:spcAft>
                <a:spcPts val="0"/>
              </a:spcAft>
              <a:buClr>
                <a:schemeClr val="lt1"/>
              </a:buClr>
              <a:buSzPts val="1700"/>
              <a:buFont typeface="Times New Roman"/>
              <a:buNone/>
            </a:pPr>
            <a:r>
              <a:rPr lang="en-US" sz="1700">
                <a:solidFill>
                  <a:schemeClr val="lt1"/>
                </a:solidFill>
                <a:latin typeface="Times New Roman"/>
                <a:ea typeface="Times New Roman"/>
                <a:cs typeface="Times New Roman"/>
                <a:sym typeface="Times New Roman"/>
              </a:rPr>
              <a:t>Se puede aprovechar mejor: en la compostera se vuelve abono y la bolsa que sale de la vereda es más pequeña.</a:t>
            </a:r>
            <a:endParaRPr sz="1600">
              <a:solidFill>
                <a:schemeClr val="lt1"/>
              </a:solidFill>
              <a:latin typeface="Times New Roman"/>
              <a:ea typeface="Times New Roman"/>
              <a:cs typeface="Times New Roman"/>
              <a:sym typeface="Times New Roman"/>
            </a:endParaRPr>
          </a:p>
        </p:txBody>
      </p:sp>
      <p:sp>
        <p:nvSpPr>
          <p:cNvPr id="436" name="Google Shape;436;p14"/>
          <p:cNvSpPr txBox="1"/>
          <p:nvPr/>
        </p:nvSpPr>
        <p:spPr>
          <a:xfrm>
            <a:off x="133925" y="135124"/>
            <a:ext cx="5181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ESCENA 9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1" name="Shape 441"/>
        <p:cNvGrpSpPr/>
        <p:nvPr/>
      </p:nvGrpSpPr>
      <p:grpSpPr>
        <a:xfrm>
          <a:off x="0" y="0"/>
          <a:ext cx="0" cy="0"/>
          <a:chOff x="0" y="0"/>
          <a:chExt cx="0" cy="0"/>
        </a:xfrm>
      </p:grpSpPr>
      <p:sp>
        <p:nvSpPr>
          <p:cNvPr id="442" name="Google Shape;442;p15"/>
          <p:cNvSpPr txBox="1"/>
          <p:nvPr/>
        </p:nvSpPr>
        <p:spPr>
          <a:xfrm>
            <a:off x="359955" y="964474"/>
            <a:ext cx="11064240" cy="73152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dk1"/>
              </a:buClr>
              <a:buSzPts val="3400"/>
              <a:buFont typeface="Times New Roman"/>
              <a:buNone/>
            </a:pPr>
            <a:r>
              <a:rPr lang="en-US" sz="3400">
                <a:solidFill>
                  <a:schemeClr val="dk1"/>
                </a:solidFill>
                <a:latin typeface="Times New Roman"/>
                <a:ea typeface="Times New Roman"/>
                <a:cs typeface="Times New Roman"/>
                <a:sym typeface="Times New Roman"/>
              </a:rPr>
              <a:t>Tienes botellas plásticas y latas, limpias y secas. ¿A dónde van?</a:t>
            </a:r>
            <a:endParaRPr sz="3400">
              <a:solidFill>
                <a:schemeClr val="dk1"/>
              </a:solidFill>
              <a:latin typeface="Times New Roman"/>
              <a:ea typeface="Times New Roman"/>
              <a:cs typeface="Times New Roman"/>
              <a:sym typeface="Times New Roman"/>
            </a:endParaRPr>
          </a:p>
        </p:txBody>
      </p:sp>
      <p:sp>
        <p:nvSpPr>
          <p:cNvPr id="443" name="Google Shape;443;p15"/>
          <p:cNvSpPr txBox="1"/>
          <p:nvPr/>
        </p:nvSpPr>
        <p:spPr>
          <a:xfrm>
            <a:off x="359955" y="1595845"/>
            <a:ext cx="10972800" cy="411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600"/>
              <a:buFont typeface="Arial"/>
              <a:buNone/>
            </a:pPr>
            <a:r>
              <a:t/>
            </a:r>
            <a:endParaRPr sz="1600">
              <a:solidFill>
                <a:schemeClr val="dk1"/>
              </a:solidFill>
              <a:latin typeface="Times New Roman"/>
              <a:ea typeface="Times New Roman"/>
              <a:cs typeface="Times New Roman"/>
              <a:sym typeface="Times New Roman"/>
            </a:endParaRPr>
          </a:p>
        </p:txBody>
      </p:sp>
      <p:sp>
        <p:nvSpPr>
          <p:cNvPr id="444" name="Google Shape;444;p15"/>
          <p:cNvSpPr/>
          <p:nvPr/>
        </p:nvSpPr>
        <p:spPr>
          <a:xfrm>
            <a:off x="359955" y="2190206"/>
            <a:ext cx="3520440" cy="685800"/>
          </a:xfrm>
          <a:prstGeom prst="roundRect">
            <a:avLst>
              <a:gd fmla="val 13333" name="adj"/>
            </a:avLst>
          </a:prstGeom>
          <a:solidFill>
            <a:srgbClr val="2A4C38"/>
          </a:solidFill>
          <a:ln cap="flat" cmpd="sng" w="19050">
            <a:solidFill>
              <a:schemeClr val="accent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445" name="Google Shape;445;p15"/>
          <p:cNvSpPr txBox="1"/>
          <p:nvPr/>
        </p:nvSpPr>
        <p:spPr>
          <a:xfrm>
            <a:off x="542835" y="2190206"/>
            <a:ext cx="315468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None/>
            </a:pPr>
            <a:r>
              <a:rPr lang="en-US" sz="1500">
                <a:solidFill>
                  <a:schemeClr val="lt1"/>
                </a:solidFill>
                <a:latin typeface="Times New Roman"/>
                <a:ea typeface="Times New Roman"/>
                <a:cs typeface="Times New Roman"/>
                <a:sym typeface="Times New Roman"/>
              </a:rPr>
              <a:t>Opción: A la compostera</a:t>
            </a:r>
            <a:endParaRPr sz="1500">
              <a:solidFill>
                <a:schemeClr val="lt1"/>
              </a:solidFill>
              <a:latin typeface="Times New Roman"/>
              <a:ea typeface="Times New Roman"/>
              <a:cs typeface="Times New Roman"/>
              <a:sym typeface="Times New Roman"/>
            </a:endParaRPr>
          </a:p>
        </p:txBody>
      </p:sp>
      <p:sp>
        <p:nvSpPr>
          <p:cNvPr id="446" name="Google Shape;446;p15"/>
          <p:cNvSpPr/>
          <p:nvPr/>
        </p:nvSpPr>
        <p:spPr>
          <a:xfrm>
            <a:off x="359955" y="3058886"/>
            <a:ext cx="3520440" cy="2468880"/>
          </a:xfrm>
          <a:prstGeom prst="roundRect">
            <a:avLst>
              <a:gd fmla="val 4444" name="adj"/>
            </a:avLst>
          </a:prstGeom>
          <a:solidFill>
            <a:srgbClr val="2A4C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447" name="Google Shape;447;p15"/>
          <p:cNvSpPr txBox="1"/>
          <p:nvPr/>
        </p:nvSpPr>
        <p:spPr>
          <a:xfrm>
            <a:off x="588555" y="3241766"/>
            <a:ext cx="3063240" cy="21945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700"/>
              <a:buFont typeface="Times New Roman"/>
              <a:buNone/>
            </a:pPr>
            <a:r>
              <a:rPr lang="en-US" sz="1700">
                <a:solidFill>
                  <a:schemeClr val="lt1"/>
                </a:solidFill>
                <a:latin typeface="Times New Roman"/>
                <a:ea typeface="Times New Roman"/>
                <a:cs typeface="Times New Roman"/>
                <a:sym typeface="Times New Roman"/>
              </a:rPr>
              <a:t>Mmm… no tanto.</a:t>
            </a:r>
            <a:endParaRPr/>
          </a:p>
          <a:p>
            <a:pPr indent="0" lvl="0" marL="0" marR="0" rtl="0" algn="l">
              <a:spcBef>
                <a:spcPts val="600"/>
              </a:spcBef>
              <a:spcAft>
                <a:spcPts val="0"/>
              </a:spcAft>
              <a:buClr>
                <a:schemeClr val="lt1"/>
              </a:buClr>
              <a:buSzPts val="1700"/>
              <a:buFont typeface="Times New Roman"/>
              <a:buNone/>
            </a:pPr>
            <a:r>
              <a:rPr lang="en-US" sz="1700">
                <a:solidFill>
                  <a:schemeClr val="lt1"/>
                </a:solidFill>
                <a:latin typeface="Times New Roman"/>
                <a:ea typeface="Times New Roman"/>
                <a:cs typeface="Times New Roman"/>
                <a:sym typeface="Times New Roman"/>
              </a:rPr>
              <a:t>El plástico y las latas no se vuelven abono. Van limpios y secos al punto de acopio.</a:t>
            </a:r>
            <a:endParaRPr sz="1600">
              <a:solidFill>
                <a:schemeClr val="lt1"/>
              </a:solidFill>
              <a:latin typeface="Times New Roman"/>
              <a:ea typeface="Times New Roman"/>
              <a:cs typeface="Times New Roman"/>
              <a:sym typeface="Times New Roman"/>
            </a:endParaRPr>
          </a:p>
        </p:txBody>
      </p:sp>
      <p:sp>
        <p:nvSpPr>
          <p:cNvPr id="448" name="Google Shape;448;p15"/>
          <p:cNvSpPr/>
          <p:nvPr/>
        </p:nvSpPr>
        <p:spPr>
          <a:xfrm>
            <a:off x="4127283" y="2190206"/>
            <a:ext cx="3520440" cy="685800"/>
          </a:xfrm>
          <a:prstGeom prst="roundRect">
            <a:avLst>
              <a:gd fmla="val 13333" name="adj"/>
            </a:avLst>
          </a:prstGeom>
          <a:solidFill>
            <a:srgbClr val="92D050"/>
          </a:solidFill>
          <a:ln cap="flat" cmpd="sng" w="19050">
            <a:solidFill>
              <a:schemeClr val="accent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449" name="Google Shape;449;p15"/>
          <p:cNvSpPr txBox="1"/>
          <p:nvPr/>
        </p:nvSpPr>
        <p:spPr>
          <a:xfrm>
            <a:off x="4310163" y="2190206"/>
            <a:ext cx="3154680" cy="685800"/>
          </a:xfrm>
          <a:prstGeom prst="rect">
            <a:avLst/>
          </a:prstGeom>
          <a:solidFill>
            <a:srgbClr val="92D050"/>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500"/>
              <a:buFont typeface="Times New Roman"/>
              <a:buNone/>
            </a:pPr>
            <a:r>
              <a:rPr lang="en-US" sz="1500">
                <a:solidFill>
                  <a:schemeClr val="dk1"/>
                </a:solidFill>
                <a:latin typeface="Times New Roman"/>
                <a:ea typeface="Times New Roman"/>
                <a:cs typeface="Times New Roman"/>
                <a:sym typeface="Times New Roman"/>
              </a:rPr>
              <a:t>Opción: Al punto de acopio de la vereda</a:t>
            </a:r>
            <a:endParaRPr sz="1500">
              <a:solidFill>
                <a:schemeClr val="dk1"/>
              </a:solidFill>
              <a:latin typeface="Times New Roman"/>
              <a:ea typeface="Times New Roman"/>
              <a:cs typeface="Times New Roman"/>
              <a:sym typeface="Times New Roman"/>
            </a:endParaRPr>
          </a:p>
        </p:txBody>
      </p:sp>
      <p:sp>
        <p:nvSpPr>
          <p:cNvPr id="450" name="Google Shape;450;p15"/>
          <p:cNvSpPr/>
          <p:nvPr/>
        </p:nvSpPr>
        <p:spPr>
          <a:xfrm>
            <a:off x="4127283" y="3058886"/>
            <a:ext cx="3520440" cy="2468880"/>
          </a:xfrm>
          <a:prstGeom prst="roundRect">
            <a:avLst>
              <a:gd fmla="val 4444" name="adj"/>
            </a:avLst>
          </a:prstGeom>
          <a:solidFill>
            <a:srgbClr val="92D05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451" name="Google Shape;451;p15"/>
          <p:cNvSpPr txBox="1"/>
          <p:nvPr/>
        </p:nvSpPr>
        <p:spPr>
          <a:xfrm>
            <a:off x="4355883" y="3241766"/>
            <a:ext cx="3063240" cy="2194560"/>
          </a:xfrm>
          <a:prstGeom prst="rect">
            <a:avLst/>
          </a:prstGeom>
          <a:solidFill>
            <a:srgbClr val="92D050"/>
          </a:solid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700"/>
              <a:buFont typeface="Times New Roman"/>
              <a:buNone/>
            </a:pPr>
            <a:r>
              <a:rPr lang="en-US" sz="1700">
                <a:solidFill>
                  <a:schemeClr val="dk1"/>
                </a:solidFill>
                <a:latin typeface="Times New Roman"/>
                <a:ea typeface="Times New Roman"/>
                <a:cs typeface="Times New Roman"/>
                <a:sym typeface="Times New Roman"/>
              </a:rPr>
              <a:t>¡Bien!</a:t>
            </a:r>
            <a:endParaRPr/>
          </a:p>
          <a:p>
            <a:pPr indent="0" lvl="0" marL="0" marR="0" rtl="0" algn="l">
              <a:spcBef>
                <a:spcPts val="600"/>
              </a:spcBef>
              <a:spcAft>
                <a:spcPts val="0"/>
              </a:spcAft>
              <a:buClr>
                <a:schemeClr val="dk1"/>
              </a:buClr>
              <a:buSzPts val="1700"/>
              <a:buFont typeface="Times New Roman"/>
              <a:buNone/>
            </a:pPr>
            <a:r>
              <a:rPr lang="en-US" sz="1700">
                <a:solidFill>
                  <a:schemeClr val="dk1"/>
                </a:solidFill>
                <a:latin typeface="Times New Roman"/>
                <a:ea typeface="Times New Roman"/>
                <a:cs typeface="Times New Roman"/>
                <a:sym typeface="Times New Roman"/>
              </a:rPr>
              <a:t>¡Eso! Desde ahí se entregan a los recicladores. Lo que se recicla no termina en mi casa.</a:t>
            </a:r>
            <a:endParaRPr sz="1600">
              <a:solidFill>
                <a:schemeClr val="dk1"/>
              </a:solidFill>
              <a:latin typeface="Times New Roman"/>
              <a:ea typeface="Times New Roman"/>
              <a:cs typeface="Times New Roman"/>
              <a:sym typeface="Times New Roman"/>
            </a:endParaRPr>
          </a:p>
        </p:txBody>
      </p:sp>
      <p:sp>
        <p:nvSpPr>
          <p:cNvPr id="452" name="Google Shape;452;p15"/>
          <p:cNvSpPr/>
          <p:nvPr/>
        </p:nvSpPr>
        <p:spPr>
          <a:xfrm>
            <a:off x="7894611" y="2190206"/>
            <a:ext cx="3520440" cy="685800"/>
          </a:xfrm>
          <a:prstGeom prst="roundRect">
            <a:avLst>
              <a:gd fmla="val 13333" name="adj"/>
            </a:avLst>
          </a:prstGeom>
          <a:solidFill>
            <a:srgbClr val="2A4C38"/>
          </a:solidFill>
          <a:ln cap="flat" cmpd="sng" w="19050">
            <a:solidFill>
              <a:schemeClr val="accent3"/>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53" name="Google Shape;453;p15"/>
          <p:cNvSpPr txBox="1"/>
          <p:nvPr/>
        </p:nvSpPr>
        <p:spPr>
          <a:xfrm>
            <a:off x="8077491" y="2190206"/>
            <a:ext cx="3154680" cy="685800"/>
          </a:xfrm>
          <a:prstGeom prst="rect">
            <a:avLst/>
          </a:prstGeom>
          <a:solidFill>
            <a:srgbClr val="2A4C38"/>
          </a:solidFill>
          <a:ln>
            <a:noFill/>
          </a:ln>
        </p:spPr>
        <p:txBody>
          <a:bodyPr anchorCtr="0" anchor="ctr" bIns="0" lIns="0" spcFirstLastPara="1" rIns="0" wrap="square" tIns="0">
            <a:noAutofit/>
          </a:bodyPr>
          <a:lstStyle/>
          <a:p>
            <a:pPr indent="0" lvl="0" marL="0" marR="0" rtl="0" algn="l">
              <a:spcBef>
                <a:spcPts val="0"/>
              </a:spcBef>
              <a:spcAft>
                <a:spcPts val="0"/>
              </a:spcAft>
              <a:buClr>
                <a:schemeClr val="lt1"/>
              </a:buClr>
              <a:buSzPts val="1500"/>
              <a:buFont typeface="Times New Roman"/>
              <a:buNone/>
            </a:pPr>
            <a:r>
              <a:rPr lang="en-US" sz="1500">
                <a:solidFill>
                  <a:schemeClr val="lt1"/>
                </a:solidFill>
                <a:latin typeface="Times New Roman"/>
                <a:ea typeface="Times New Roman"/>
                <a:cs typeface="Times New Roman"/>
                <a:sym typeface="Times New Roman"/>
              </a:rPr>
              <a:t>Opción: Al fuego, para que no ocupen espacio</a:t>
            </a:r>
            <a:endParaRPr sz="1500">
              <a:solidFill>
                <a:schemeClr val="lt1"/>
              </a:solidFill>
              <a:latin typeface="Times New Roman"/>
              <a:ea typeface="Times New Roman"/>
              <a:cs typeface="Times New Roman"/>
              <a:sym typeface="Times New Roman"/>
            </a:endParaRPr>
          </a:p>
        </p:txBody>
      </p:sp>
      <p:sp>
        <p:nvSpPr>
          <p:cNvPr id="454" name="Google Shape;454;p15"/>
          <p:cNvSpPr/>
          <p:nvPr/>
        </p:nvSpPr>
        <p:spPr>
          <a:xfrm>
            <a:off x="7894611" y="3058886"/>
            <a:ext cx="3520440" cy="2468880"/>
          </a:xfrm>
          <a:prstGeom prst="roundRect">
            <a:avLst>
              <a:gd fmla="val 4444" name="adj"/>
            </a:avLst>
          </a:prstGeom>
          <a:solidFill>
            <a:srgbClr val="2A4C38"/>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55" name="Google Shape;455;p15"/>
          <p:cNvSpPr txBox="1"/>
          <p:nvPr/>
        </p:nvSpPr>
        <p:spPr>
          <a:xfrm>
            <a:off x="8123211" y="3241766"/>
            <a:ext cx="3063240" cy="2194560"/>
          </a:xfrm>
          <a:prstGeom prst="rect">
            <a:avLst/>
          </a:prstGeom>
          <a:solidFill>
            <a:srgbClr val="2A4C38"/>
          </a:solidFill>
          <a:ln>
            <a:noFill/>
          </a:ln>
        </p:spPr>
        <p:txBody>
          <a:bodyPr anchorCtr="0" anchor="t" bIns="0" lIns="0" spcFirstLastPara="1" rIns="0" wrap="square" tIns="0">
            <a:noAutofit/>
          </a:bodyPr>
          <a:lstStyle/>
          <a:p>
            <a:pPr indent="0" lvl="0" marL="0" marR="0" rtl="0" algn="l">
              <a:spcBef>
                <a:spcPts val="0"/>
              </a:spcBef>
              <a:spcAft>
                <a:spcPts val="0"/>
              </a:spcAft>
              <a:buClr>
                <a:schemeClr val="lt1"/>
              </a:buClr>
              <a:buSzPts val="1700"/>
              <a:buFont typeface="Times New Roman"/>
              <a:buNone/>
            </a:pPr>
            <a:r>
              <a:rPr lang="en-US" sz="1700">
                <a:solidFill>
                  <a:schemeClr val="lt1"/>
                </a:solidFill>
                <a:latin typeface="Times New Roman"/>
                <a:ea typeface="Times New Roman"/>
                <a:cs typeface="Times New Roman"/>
                <a:sym typeface="Times New Roman"/>
              </a:rPr>
              <a:t>Mmm… no tanto.</a:t>
            </a:r>
            <a:endParaRPr/>
          </a:p>
          <a:p>
            <a:pPr indent="0" lvl="0" marL="0" marR="0" rtl="0" algn="l">
              <a:spcBef>
                <a:spcPts val="600"/>
              </a:spcBef>
              <a:spcAft>
                <a:spcPts val="0"/>
              </a:spcAft>
              <a:buClr>
                <a:schemeClr val="lt1"/>
              </a:buClr>
              <a:buSzPts val="1700"/>
              <a:buFont typeface="Times New Roman"/>
              <a:buNone/>
            </a:pPr>
            <a:r>
              <a:rPr lang="en-US" sz="1700">
                <a:solidFill>
                  <a:schemeClr val="lt1"/>
                </a:solidFill>
                <a:latin typeface="Times New Roman"/>
                <a:ea typeface="Times New Roman"/>
                <a:cs typeface="Times New Roman"/>
                <a:sym typeface="Times New Roman"/>
              </a:rPr>
              <a:t>Nada al fuego: el humo del plástico es tóxico y una chispa puede llegar al morichal. Van al punto de acopio.</a:t>
            </a:r>
            <a:endParaRPr sz="1600">
              <a:solidFill>
                <a:schemeClr val="lt1"/>
              </a:solidFill>
              <a:latin typeface="Times New Roman"/>
              <a:ea typeface="Times New Roman"/>
              <a:cs typeface="Times New Roman"/>
              <a:sym typeface="Times New Roman"/>
            </a:endParaRPr>
          </a:p>
        </p:txBody>
      </p:sp>
      <p:sp>
        <p:nvSpPr>
          <p:cNvPr id="456" name="Google Shape;456;p15"/>
          <p:cNvSpPr/>
          <p:nvPr/>
        </p:nvSpPr>
        <p:spPr>
          <a:xfrm>
            <a:off x="7419123" y="5893526"/>
            <a:ext cx="3520440" cy="526473"/>
          </a:xfrm>
          <a:prstGeom prst="roundRect">
            <a:avLst>
              <a:gd fmla="val 16667" name="adj"/>
            </a:avLst>
          </a:prstGeom>
          <a:solidFill>
            <a:srgbClr val="FFFF0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57" name="Google Shape;457;p15"/>
          <p:cNvSpPr txBox="1"/>
          <p:nvPr/>
        </p:nvSpPr>
        <p:spPr>
          <a:xfrm>
            <a:off x="7894611" y="5925929"/>
            <a:ext cx="60960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Ver como me fue</a:t>
            </a:r>
            <a:endParaRPr sz="2400">
              <a:solidFill>
                <a:schemeClr val="dk1"/>
              </a:solidFill>
              <a:latin typeface="Times New Roman"/>
              <a:ea typeface="Times New Roman"/>
              <a:cs typeface="Times New Roman"/>
              <a:sym typeface="Times New Roman"/>
            </a:endParaRPr>
          </a:p>
        </p:txBody>
      </p:sp>
      <p:sp>
        <p:nvSpPr>
          <p:cNvPr id="458" name="Google Shape;458;p15"/>
          <p:cNvSpPr/>
          <p:nvPr/>
        </p:nvSpPr>
        <p:spPr>
          <a:xfrm rot="10800000">
            <a:off x="6521700" y="6023672"/>
            <a:ext cx="897423" cy="293371"/>
          </a:xfrm>
          <a:prstGeom prst="rightArrow">
            <a:avLst>
              <a:gd fmla="val 50000" name="adj1"/>
              <a:gd fmla="val 50000" name="adj2"/>
            </a:avLst>
          </a:prstGeom>
          <a:solidFill>
            <a:srgbClr val="F2F2F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59" name="Google Shape;459;p15"/>
          <p:cNvSpPr txBox="1"/>
          <p:nvPr/>
        </p:nvSpPr>
        <p:spPr>
          <a:xfrm>
            <a:off x="4582338" y="5956266"/>
            <a:ext cx="1803217"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i="1" lang="en-US">
                <a:solidFill>
                  <a:schemeClr val="dk1"/>
                </a:solidFill>
                <a:latin typeface="Times New Roman"/>
                <a:ea typeface="Times New Roman"/>
                <a:cs typeface="Times New Roman"/>
                <a:sym typeface="Times New Roman"/>
              </a:rPr>
              <a:t>Botón</a:t>
            </a:r>
            <a:r>
              <a:rPr i="1" lang="en-US" sz="1400">
                <a:solidFill>
                  <a:schemeClr val="dk1"/>
                </a:solidFill>
                <a:latin typeface="Times New Roman"/>
                <a:ea typeface="Times New Roman"/>
                <a:cs typeface="Times New Roman"/>
                <a:sym typeface="Times New Roman"/>
              </a:rPr>
              <a:t> interactivo con la calificación</a:t>
            </a:r>
            <a:endParaRPr i="1" sz="1400">
              <a:solidFill>
                <a:schemeClr val="dk1"/>
              </a:solidFill>
              <a:latin typeface="Times New Roman"/>
              <a:ea typeface="Times New Roman"/>
              <a:cs typeface="Times New Roman"/>
              <a:sym typeface="Times New Roman"/>
            </a:endParaRPr>
          </a:p>
        </p:txBody>
      </p:sp>
      <p:sp>
        <p:nvSpPr>
          <p:cNvPr id="460" name="Google Shape;460;p15"/>
          <p:cNvSpPr txBox="1"/>
          <p:nvPr/>
        </p:nvSpPr>
        <p:spPr>
          <a:xfrm>
            <a:off x="133925" y="135124"/>
            <a:ext cx="51816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ESCENA 9 </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16"/>
          <p:cNvSpPr/>
          <p:nvPr/>
        </p:nvSpPr>
        <p:spPr>
          <a:xfrm>
            <a:off x="5445180" y="218441"/>
            <a:ext cx="3520440" cy="526473"/>
          </a:xfrm>
          <a:prstGeom prst="roundRect">
            <a:avLst>
              <a:gd fmla="val 16667" name="adj"/>
            </a:avLst>
          </a:prstGeom>
          <a:solidFill>
            <a:srgbClr val="FFFF0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67" name="Google Shape;467;p16"/>
          <p:cNvSpPr/>
          <p:nvPr/>
        </p:nvSpPr>
        <p:spPr>
          <a:xfrm rot="10800000">
            <a:off x="4482007" y="334990"/>
            <a:ext cx="897423" cy="293371"/>
          </a:xfrm>
          <a:prstGeom prst="rightArrow">
            <a:avLst>
              <a:gd fmla="val 50000" name="adj1"/>
              <a:gd fmla="val 50000" name="adj2"/>
            </a:avLst>
          </a:prstGeom>
          <a:solidFill>
            <a:srgbClr val="F2F2F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68" name="Google Shape;468;p16"/>
          <p:cNvSpPr txBox="1"/>
          <p:nvPr/>
        </p:nvSpPr>
        <p:spPr>
          <a:xfrm>
            <a:off x="2612945" y="335006"/>
            <a:ext cx="1803300" cy="1005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i="1" lang="en-US">
                <a:solidFill>
                  <a:schemeClr val="dk1"/>
                </a:solidFill>
                <a:latin typeface="Times New Roman"/>
                <a:ea typeface="Times New Roman"/>
                <a:cs typeface="Times New Roman"/>
                <a:sym typeface="Times New Roman"/>
              </a:rPr>
              <a:t>Botón</a:t>
            </a:r>
            <a:r>
              <a:rPr i="1" lang="en-US" sz="1400">
                <a:solidFill>
                  <a:schemeClr val="dk1"/>
                </a:solidFill>
                <a:latin typeface="Times New Roman"/>
                <a:ea typeface="Times New Roman"/>
                <a:cs typeface="Times New Roman"/>
                <a:sym typeface="Times New Roman"/>
              </a:rPr>
              <a:t> interactivo con la calificación</a:t>
            </a:r>
            <a:endParaRPr i="1" sz="1400">
              <a:solidFill>
                <a:schemeClr val="dk1"/>
              </a:solidFill>
              <a:latin typeface="Times New Roman"/>
              <a:ea typeface="Times New Roman"/>
              <a:cs typeface="Times New Roman"/>
              <a:sym typeface="Times New Roman"/>
            </a:endParaRPr>
          </a:p>
        </p:txBody>
      </p:sp>
      <p:sp>
        <p:nvSpPr>
          <p:cNvPr id="469" name="Google Shape;469;p16"/>
          <p:cNvSpPr txBox="1"/>
          <p:nvPr/>
        </p:nvSpPr>
        <p:spPr>
          <a:xfrm>
            <a:off x="5917620" y="250844"/>
            <a:ext cx="60960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Ver como me fue</a:t>
            </a:r>
            <a:endParaRPr sz="2400">
              <a:solidFill>
                <a:schemeClr val="dk1"/>
              </a:solidFill>
              <a:latin typeface="Times New Roman"/>
              <a:ea typeface="Times New Roman"/>
              <a:cs typeface="Times New Roman"/>
              <a:sym typeface="Times New Roman"/>
            </a:endParaRPr>
          </a:p>
        </p:txBody>
      </p:sp>
      <p:sp>
        <p:nvSpPr>
          <p:cNvPr id="470" name="Google Shape;470;p16"/>
          <p:cNvSpPr/>
          <p:nvPr/>
        </p:nvSpPr>
        <p:spPr>
          <a:xfrm>
            <a:off x="1868769" y="1882430"/>
            <a:ext cx="5085685" cy="1368769"/>
          </a:xfrm>
          <a:prstGeom prst="roundRect">
            <a:avLst>
              <a:gd fmla="val 16667" name="adj"/>
            </a:avLst>
          </a:prstGeom>
          <a:solidFill>
            <a:srgbClr val="F2F2F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Times New Roman"/>
              <a:ea typeface="Times New Roman"/>
              <a:cs typeface="Times New Roman"/>
              <a:sym typeface="Times New Roman"/>
            </a:endParaRPr>
          </a:p>
        </p:txBody>
      </p:sp>
      <p:sp>
        <p:nvSpPr>
          <p:cNvPr id="471" name="Google Shape;471;p16"/>
          <p:cNvSpPr txBox="1"/>
          <p:nvPr/>
        </p:nvSpPr>
        <p:spPr>
          <a:xfrm>
            <a:off x="1973544" y="2071543"/>
            <a:ext cx="5016926" cy="113877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Times New Roman"/>
                <a:ea typeface="Times New Roman"/>
                <a:cs typeface="Times New Roman"/>
                <a:sym typeface="Times New Roman"/>
              </a:rPr>
              <a:t>Aquí se ubica una respuesta independiente de acuerdo al tipo de calificación. Ej: 1 bien sobre 4: Vas bien. Cada respuesta te acerca a cuidar mi casa. Puedes intentarlo de nuevo, o dar el paso de verdad: registra tu hogar como guardián del morichal.</a:t>
            </a:r>
            <a:br>
              <a:rPr lang="en-US" sz="1200">
                <a:solidFill>
                  <a:schemeClr val="dk1"/>
                </a:solidFill>
                <a:latin typeface="Times New Roman"/>
                <a:ea typeface="Times New Roman"/>
                <a:cs typeface="Times New Roman"/>
                <a:sym typeface="Times New Roman"/>
              </a:rPr>
            </a:br>
            <a:endParaRPr sz="1200">
              <a:solidFill>
                <a:schemeClr val="dk1"/>
              </a:solidFill>
              <a:latin typeface="Times New Roman"/>
              <a:ea typeface="Times New Roman"/>
              <a:cs typeface="Times New Roman"/>
              <a:sym typeface="Times New Roman"/>
            </a:endParaRPr>
          </a:p>
        </p:txBody>
      </p:sp>
      <p:sp>
        <p:nvSpPr>
          <p:cNvPr id="472" name="Google Shape;472;p16"/>
          <p:cNvSpPr txBox="1"/>
          <p:nvPr/>
        </p:nvSpPr>
        <p:spPr>
          <a:xfrm>
            <a:off x="5114050" y="1185161"/>
            <a:ext cx="1803217"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i="1" lang="en-US" sz="1400">
                <a:solidFill>
                  <a:schemeClr val="dk1"/>
                </a:solidFill>
                <a:latin typeface="Times New Roman"/>
                <a:ea typeface="Times New Roman"/>
                <a:cs typeface="Times New Roman"/>
                <a:sym typeface="Times New Roman"/>
              </a:rPr>
              <a:t>Despliega lo siguiente</a:t>
            </a:r>
            <a:endParaRPr i="1" sz="1400">
              <a:solidFill>
                <a:schemeClr val="dk1"/>
              </a:solidFill>
              <a:latin typeface="Times New Roman"/>
              <a:ea typeface="Times New Roman"/>
              <a:cs typeface="Times New Roman"/>
              <a:sym typeface="Times New Roman"/>
            </a:endParaRPr>
          </a:p>
        </p:txBody>
      </p:sp>
      <p:sp>
        <p:nvSpPr>
          <p:cNvPr id="473" name="Google Shape;473;p16"/>
          <p:cNvSpPr/>
          <p:nvPr/>
        </p:nvSpPr>
        <p:spPr>
          <a:xfrm rot="5400000">
            <a:off x="6615241" y="1193637"/>
            <a:ext cx="897423" cy="293371"/>
          </a:xfrm>
          <a:prstGeom prst="rightArrow">
            <a:avLst>
              <a:gd fmla="val 50000" name="adj1"/>
              <a:gd fmla="val 50000" name="adj2"/>
            </a:avLst>
          </a:prstGeom>
          <a:solidFill>
            <a:srgbClr val="F2F2F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74" name="Google Shape;474;p16"/>
          <p:cNvSpPr/>
          <p:nvPr/>
        </p:nvSpPr>
        <p:spPr>
          <a:xfrm>
            <a:off x="2126921" y="4545425"/>
            <a:ext cx="3520440" cy="526473"/>
          </a:xfrm>
          <a:prstGeom prst="roundRect">
            <a:avLst>
              <a:gd fmla="val 16667" name="adj"/>
            </a:avLst>
          </a:prstGeom>
          <a:solidFill>
            <a:srgbClr val="FFFF00"/>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75" name="Google Shape;475;p16"/>
          <p:cNvSpPr txBox="1"/>
          <p:nvPr/>
        </p:nvSpPr>
        <p:spPr>
          <a:xfrm>
            <a:off x="2599361" y="4577828"/>
            <a:ext cx="60960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Intentar de nuevo</a:t>
            </a:r>
            <a:endParaRPr sz="2400">
              <a:solidFill>
                <a:schemeClr val="dk1"/>
              </a:solidFill>
              <a:latin typeface="Times New Roman"/>
              <a:ea typeface="Times New Roman"/>
              <a:cs typeface="Times New Roman"/>
              <a:sym typeface="Times New Roman"/>
            </a:endParaRPr>
          </a:p>
        </p:txBody>
      </p:sp>
      <p:sp>
        <p:nvSpPr>
          <p:cNvPr id="476" name="Google Shape;476;p16"/>
          <p:cNvSpPr/>
          <p:nvPr/>
        </p:nvSpPr>
        <p:spPr>
          <a:xfrm>
            <a:off x="5927416" y="4542494"/>
            <a:ext cx="4450298" cy="526473"/>
          </a:xfrm>
          <a:prstGeom prst="roundRect">
            <a:avLst>
              <a:gd fmla="val 16667" name="adj"/>
            </a:avLst>
          </a:prstGeom>
          <a:solidFill>
            <a:schemeClr val="accent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77" name="Google Shape;477;p16"/>
          <p:cNvSpPr txBox="1"/>
          <p:nvPr/>
        </p:nvSpPr>
        <p:spPr>
          <a:xfrm>
            <a:off x="6399856" y="4574897"/>
            <a:ext cx="60960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Ser guardian del morichal</a:t>
            </a:r>
            <a:endParaRPr sz="2400">
              <a:solidFill>
                <a:schemeClr val="dk1"/>
              </a:solidFill>
              <a:latin typeface="Times New Roman"/>
              <a:ea typeface="Times New Roman"/>
              <a:cs typeface="Times New Roman"/>
              <a:sym typeface="Times New Roman"/>
            </a:endParaRPr>
          </a:p>
        </p:txBody>
      </p:sp>
      <p:sp>
        <p:nvSpPr>
          <p:cNvPr id="478" name="Google Shape;478;p16"/>
          <p:cNvSpPr/>
          <p:nvPr/>
        </p:nvSpPr>
        <p:spPr>
          <a:xfrm rot="10800000">
            <a:off x="1762538" y="4659043"/>
            <a:ext cx="448711" cy="293371"/>
          </a:xfrm>
          <a:prstGeom prst="rightArrow">
            <a:avLst>
              <a:gd fmla="val 50000" name="adj1"/>
              <a:gd fmla="val 50000" name="adj2"/>
            </a:avLst>
          </a:prstGeom>
          <a:solidFill>
            <a:srgbClr val="F2F2F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79" name="Google Shape;479;p16"/>
          <p:cNvSpPr txBox="1"/>
          <p:nvPr/>
        </p:nvSpPr>
        <p:spPr>
          <a:xfrm>
            <a:off x="129737" y="4449494"/>
            <a:ext cx="1450609"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i="1" lang="en-US">
                <a:solidFill>
                  <a:schemeClr val="dk1"/>
                </a:solidFill>
                <a:latin typeface="Times New Roman"/>
                <a:ea typeface="Times New Roman"/>
                <a:cs typeface="Times New Roman"/>
                <a:sym typeface="Times New Roman"/>
              </a:rPr>
              <a:t>Botón</a:t>
            </a:r>
            <a:r>
              <a:rPr i="1" lang="en-US" sz="1400">
                <a:solidFill>
                  <a:schemeClr val="dk1"/>
                </a:solidFill>
                <a:latin typeface="Times New Roman"/>
                <a:ea typeface="Times New Roman"/>
                <a:cs typeface="Times New Roman"/>
                <a:sym typeface="Times New Roman"/>
              </a:rPr>
              <a:t> interactivo que permite realizar nuevamente la evaluación</a:t>
            </a:r>
            <a:endParaRPr i="1" sz="1400">
              <a:solidFill>
                <a:schemeClr val="dk1"/>
              </a:solidFill>
              <a:latin typeface="Times New Roman"/>
              <a:ea typeface="Times New Roman"/>
              <a:cs typeface="Times New Roman"/>
              <a:sym typeface="Times New Roman"/>
            </a:endParaRPr>
          </a:p>
        </p:txBody>
      </p:sp>
      <p:sp>
        <p:nvSpPr>
          <p:cNvPr id="480" name="Google Shape;480;p16"/>
          <p:cNvSpPr txBox="1"/>
          <p:nvPr/>
        </p:nvSpPr>
        <p:spPr>
          <a:xfrm>
            <a:off x="7229552" y="5586614"/>
            <a:ext cx="1450609" cy="10058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i="1" lang="en-US">
                <a:solidFill>
                  <a:schemeClr val="dk1"/>
                </a:solidFill>
                <a:latin typeface="Times New Roman"/>
                <a:ea typeface="Times New Roman"/>
                <a:cs typeface="Times New Roman"/>
                <a:sym typeface="Times New Roman"/>
              </a:rPr>
              <a:t>Botón</a:t>
            </a:r>
            <a:r>
              <a:rPr i="1" lang="en-US" sz="1400">
                <a:solidFill>
                  <a:schemeClr val="dk1"/>
                </a:solidFill>
                <a:latin typeface="Times New Roman"/>
                <a:ea typeface="Times New Roman"/>
                <a:cs typeface="Times New Roman"/>
                <a:sym typeface="Times New Roman"/>
              </a:rPr>
              <a:t> interactivo que lleva consigo a un formulario</a:t>
            </a:r>
            <a:endParaRPr i="1" sz="1400">
              <a:solidFill>
                <a:schemeClr val="dk1"/>
              </a:solidFill>
              <a:latin typeface="Times New Roman"/>
              <a:ea typeface="Times New Roman"/>
              <a:cs typeface="Times New Roman"/>
              <a:sym typeface="Times New Roman"/>
            </a:endParaRPr>
          </a:p>
        </p:txBody>
      </p:sp>
      <p:sp>
        <p:nvSpPr>
          <p:cNvPr id="481" name="Google Shape;481;p16"/>
          <p:cNvSpPr/>
          <p:nvPr/>
        </p:nvSpPr>
        <p:spPr>
          <a:xfrm rot="5400000">
            <a:off x="7691619" y="5176693"/>
            <a:ext cx="526473" cy="293370"/>
          </a:xfrm>
          <a:prstGeom prst="rightArrow">
            <a:avLst>
              <a:gd fmla="val 50000" name="adj1"/>
              <a:gd fmla="val 50000" name="adj2"/>
            </a:avLst>
          </a:prstGeom>
          <a:solidFill>
            <a:srgbClr val="F2F2F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482" name="Google Shape;482;p16"/>
          <p:cNvSpPr txBox="1"/>
          <p:nvPr/>
        </p:nvSpPr>
        <p:spPr>
          <a:xfrm>
            <a:off x="133925" y="135124"/>
            <a:ext cx="51816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ESCENA 10</a:t>
            </a:r>
            <a:endParaRPr sz="1800">
              <a:solidFill>
                <a:schemeClr val="dk1"/>
              </a:solidFill>
              <a:latin typeface="Times New Roman"/>
              <a:ea typeface="Times New Roman"/>
              <a:cs typeface="Times New Roman"/>
              <a:sym typeface="Times New Roman"/>
            </a:endParaRPr>
          </a:p>
        </p:txBody>
      </p:sp>
      <p:pic>
        <p:nvPicPr>
          <p:cNvPr id="483" name="Google Shape;483;p16"/>
          <p:cNvPicPr preferRelativeResize="0"/>
          <p:nvPr/>
        </p:nvPicPr>
        <p:blipFill>
          <a:blip r:embed="rId3">
            <a:alphaModFix/>
          </a:blip>
          <a:stretch>
            <a:fillRect/>
          </a:stretch>
        </p:blipFill>
        <p:spPr>
          <a:xfrm>
            <a:off x="7483675" y="969855"/>
            <a:ext cx="3223900" cy="3193899"/>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17"/>
          <p:cNvSpPr txBox="1"/>
          <p:nvPr/>
        </p:nvSpPr>
        <p:spPr>
          <a:xfrm>
            <a:off x="133925" y="135124"/>
            <a:ext cx="51816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ESCENA 11 - FORMULARIO </a:t>
            </a:r>
            <a:endParaRPr sz="1800">
              <a:solidFill>
                <a:schemeClr val="dk1"/>
              </a:solidFill>
              <a:latin typeface="Times New Roman"/>
              <a:ea typeface="Times New Roman"/>
              <a:cs typeface="Times New Roman"/>
              <a:sym typeface="Times New Roman"/>
            </a:endParaRPr>
          </a:p>
        </p:txBody>
      </p:sp>
      <p:sp>
        <p:nvSpPr>
          <p:cNvPr id="490" name="Google Shape;490;p17"/>
          <p:cNvSpPr txBox="1"/>
          <p:nvPr/>
        </p:nvSpPr>
        <p:spPr>
          <a:xfrm>
            <a:off x="505022" y="879301"/>
            <a:ext cx="7315200" cy="320100"/>
          </a:xfrm>
          <a:prstGeom prst="rect">
            <a:avLst/>
          </a:prstGeom>
          <a:noFill/>
          <a:ln>
            <a:noFill/>
          </a:ln>
        </p:spPr>
        <p:txBody>
          <a:bodyPr anchorCtr="0" anchor="t" bIns="0" lIns="0" spcFirstLastPara="1" rIns="0" wrap="square" tIns="0">
            <a:noAutofit/>
          </a:bodyPr>
          <a:lstStyle/>
          <a:p>
            <a:pPr indent="0" lvl="0" marL="0" marR="0" rtl="0" algn="just">
              <a:lnSpc>
                <a:spcPct val="90000"/>
              </a:lnSpc>
              <a:spcBef>
                <a:spcPts val="0"/>
              </a:spcBef>
              <a:spcAft>
                <a:spcPts val="0"/>
              </a:spcAft>
              <a:buClr>
                <a:schemeClr val="dk1"/>
              </a:buClr>
              <a:buSzPts val="1300"/>
              <a:buFont typeface="Arial"/>
              <a:buNone/>
            </a:pPr>
            <a:r>
              <a:rPr b="1" lang="en-US" sz="1300">
                <a:solidFill>
                  <a:schemeClr val="dk1"/>
                </a:solidFill>
                <a:latin typeface="Times New Roman"/>
                <a:ea typeface="Times New Roman"/>
                <a:cs typeface="Times New Roman"/>
                <a:sym typeface="Times New Roman"/>
              </a:rPr>
              <a:t>Comprométete</a:t>
            </a:r>
            <a:endParaRPr sz="1300">
              <a:solidFill>
                <a:schemeClr val="dk1"/>
              </a:solidFill>
              <a:latin typeface="Times New Roman"/>
              <a:ea typeface="Times New Roman"/>
              <a:cs typeface="Times New Roman"/>
              <a:sym typeface="Times New Roman"/>
            </a:endParaRPr>
          </a:p>
        </p:txBody>
      </p:sp>
      <p:sp>
        <p:nvSpPr>
          <p:cNvPr id="491" name="Google Shape;491;p17"/>
          <p:cNvSpPr txBox="1"/>
          <p:nvPr/>
        </p:nvSpPr>
        <p:spPr>
          <a:xfrm>
            <a:off x="505022" y="1096255"/>
            <a:ext cx="11064300" cy="731400"/>
          </a:xfrm>
          <a:prstGeom prst="rect">
            <a:avLst/>
          </a:prstGeom>
          <a:noFill/>
          <a:ln>
            <a:noFill/>
          </a:ln>
        </p:spPr>
        <p:txBody>
          <a:bodyPr anchorCtr="0" anchor="t" bIns="0" lIns="0" spcFirstLastPara="1" rIns="0" wrap="square" tIns="0">
            <a:noAutofit/>
          </a:bodyPr>
          <a:lstStyle/>
          <a:p>
            <a:pPr indent="0" lvl="0" marL="0" marR="0" rtl="0" algn="just">
              <a:lnSpc>
                <a:spcPct val="90000"/>
              </a:lnSpc>
              <a:spcBef>
                <a:spcPts val="0"/>
              </a:spcBef>
              <a:spcAft>
                <a:spcPts val="0"/>
              </a:spcAft>
              <a:buClr>
                <a:schemeClr val="dk1"/>
              </a:buClr>
              <a:buSzPts val="3400"/>
              <a:buFont typeface="Times New Roman"/>
              <a:buNone/>
            </a:pPr>
            <a:r>
              <a:rPr b="1" lang="en-US" sz="3400">
                <a:solidFill>
                  <a:schemeClr val="dk1"/>
                </a:solidFill>
                <a:latin typeface="Times New Roman"/>
                <a:ea typeface="Times New Roman"/>
                <a:cs typeface="Times New Roman"/>
                <a:sym typeface="Times New Roman"/>
              </a:rPr>
              <a:t>Registro mi hogar como guardián del morichal</a:t>
            </a:r>
            <a:endParaRPr b="1"/>
          </a:p>
        </p:txBody>
      </p:sp>
      <p:sp>
        <p:nvSpPr>
          <p:cNvPr id="492" name="Google Shape;492;p17"/>
          <p:cNvSpPr txBox="1"/>
          <p:nvPr/>
        </p:nvSpPr>
        <p:spPr>
          <a:xfrm>
            <a:off x="505022" y="2127105"/>
            <a:ext cx="5303400" cy="4572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chemeClr val="dk1"/>
              </a:buClr>
              <a:buSzPts val="1600"/>
              <a:buFont typeface="Times New Roman"/>
              <a:buNone/>
            </a:pPr>
            <a:r>
              <a:rPr lang="en-US" sz="1600">
                <a:solidFill>
                  <a:schemeClr val="dk1"/>
                </a:solidFill>
                <a:latin typeface="Times New Roman"/>
                <a:ea typeface="Times New Roman"/>
                <a:cs typeface="Times New Roman"/>
                <a:sym typeface="Times New Roman"/>
              </a:rPr>
              <a:t>Cada hogar que se registra suma al contador de la vereda.</a:t>
            </a:r>
            <a:endParaRPr/>
          </a:p>
        </p:txBody>
      </p:sp>
      <p:sp>
        <p:nvSpPr>
          <p:cNvPr id="493" name="Google Shape;493;p17"/>
          <p:cNvSpPr txBox="1"/>
          <p:nvPr/>
        </p:nvSpPr>
        <p:spPr>
          <a:xfrm>
            <a:off x="505022" y="2721465"/>
            <a:ext cx="5303400" cy="3657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chemeClr val="dk1"/>
              </a:buClr>
              <a:buSzPts val="1600"/>
              <a:buFont typeface="Times New Roman"/>
              <a:buNone/>
            </a:pPr>
            <a:r>
              <a:rPr b="1" lang="en-US" sz="1600">
                <a:solidFill>
                  <a:schemeClr val="dk1"/>
                </a:solidFill>
                <a:latin typeface="Times New Roman"/>
                <a:ea typeface="Times New Roman"/>
                <a:cs typeface="Times New Roman"/>
                <a:sym typeface="Times New Roman"/>
              </a:rPr>
              <a:t>En mi casa nos comprometemos a:</a:t>
            </a:r>
            <a:endParaRPr sz="1600">
              <a:solidFill>
                <a:schemeClr val="dk1"/>
              </a:solidFill>
              <a:latin typeface="Times New Roman"/>
              <a:ea typeface="Times New Roman"/>
              <a:cs typeface="Times New Roman"/>
              <a:sym typeface="Times New Roman"/>
            </a:endParaRPr>
          </a:p>
        </p:txBody>
      </p:sp>
      <p:sp>
        <p:nvSpPr>
          <p:cNvPr id="494" name="Google Shape;494;p17"/>
          <p:cNvSpPr txBox="1"/>
          <p:nvPr/>
        </p:nvSpPr>
        <p:spPr>
          <a:xfrm>
            <a:off x="505022" y="3132945"/>
            <a:ext cx="5303400" cy="1828800"/>
          </a:xfrm>
          <a:prstGeom prst="rect">
            <a:avLst/>
          </a:prstGeom>
          <a:noFill/>
          <a:ln>
            <a:noFill/>
          </a:ln>
        </p:spPr>
        <p:txBody>
          <a:bodyPr anchorCtr="0" anchor="t" bIns="0" lIns="0" spcFirstLastPara="1" rIns="0" wrap="square" tIns="0">
            <a:noAutofit/>
          </a:bodyPr>
          <a:lstStyle/>
          <a:p>
            <a:pPr indent="-342900" lvl="0" marL="342900" marR="0" rtl="0" algn="just">
              <a:spcBef>
                <a:spcPts val="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Separar lo orgánico y hacer compost</a:t>
            </a:r>
            <a:endParaRPr/>
          </a:p>
          <a:p>
            <a:pPr indent="-342900" lvl="0" marL="342900" marR="0" rtl="0" algn="just">
              <a:spcBef>
                <a:spcPts val="6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Llevar reciclables al punto de acopio</a:t>
            </a:r>
            <a:endParaRPr sz="1600">
              <a:solidFill>
                <a:schemeClr val="dk1"/>
              </a:solidFill>
              <a:latin typeface="Times New Roman"/>
              <a:ea typeface="Times New Roman"/>
              <a:cs typeface="Times New Roman"/>
              <a:sym typeface="Times New Roman"/>
            </a:endParaRPr>
          </a:p>
          <a:p>
            <a:pPr indent="-342900" lvl="0" marL="342900" marR="0" rtl="0" algn="just">
              <a:spcBef>
                <a:spcPts val="6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No botar nada al morichal ni a su orilla</a:t>
            </a:r>
            <a:endParaRPr sz="1600">
              <a:solidFill>
                <a:schemeClr val="dk1"/>
              </a:solidFill>
              <a:latin typeface="Times New Roman"/>
              <a:ea typeface="Times New Roman"/>
              <a:cs typeface="Times New Roman"/>
              <a:sym typeface="Times New Roman"/>
            </a:endParaRPr>
          </a:p>
          <a:p>
            <a:pPr indent="-342900" lvl="0" marL="342900" marR="0" rtl="0" algn="just">
              <a:spcBef>
                <a:spcPts val="600"/>
              </a:spcBef>
              <a:spcAft>
                <a:spcPts val="0"/>
              </a:spcAft>
              <a:buClr>
                <a:schemeClr val="dk1"/>
              </a:buClr>
              <a:buSzPts val="1600"/>
              <a:buFont typeface="Times New Roman"/>
              <a:buChar char="•"/>
            </a:pPr>
            <a:r>
              <a:rPr lang="en-US" sz="1600">
                <a:solidFill>
                  <a:schemeClr val="dk1"/>
                </a:solidFill>
                <a:latin typeface="Times New Roman"/>
                <a:ea typeface="Times New Roman"/>
                <a:cs typeface="Times New Roman"/>
                <a:sym typeface="Times New Roman"/>
              </a:rPr>
              <a:t>Participar en la jornada de limpieza</a:t>
            </a:r>
            <a:endParaRPr sz="1600">
              <a:solidFill>
                <a:schemeClr val="dk1"/>
              </a:solidFill>
              <a:latin typeface="Times New Roman"/>
              <a:ea typeface="Times New Roman"/>
              <a:cs typeface="Times New Roman"/>
              <a:sym typeface="Times New Roman"/>
            </a:endParaRPr>
          </a:p>
        </p:txBody>
      </p:sp>
      <p:sp>
        <p:nvSpPr>
          <p:cNvPr id="495" name="Google Shape;495;p17"/>
          <p:cNvSpPr txBox="1"/>
          <p:nvPr/>
        </p:nvSpPr>
        <p:spPr>
          <a:xfrm>
            <a:off x="505022" y="5053185"/>
            <a:ext cx="5303400" cy="3657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Campo: Sector o punto de referencia de mi casa</a:t>
            </a:r>
            <a:endParaRPr/>
          </a:p>
        </p:txBody>
      </p:sp>
      <p:sp>
        <p:nvSpPr>
          <p:cNvPr id="496" name="Google Shape;496;p17"/>
          <p:cNvSpPr txBox="1"/>
          <p:nvPr/>
        </p:nvSpPr>
        <p:spPr>
          <a:xfrm>
            <a:off x="505022" y="5464665"/>
            <a:ext cx="5303400" cy="5487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chemeClr val="dk1"/>
              </a:buClr>
              <a:buSzPts val="1100"/>
              <a:buFont typeface="Times New Roman"/>
              <a:buNone/>
            </a:pPr>
            <a:r>
              <a:rPr lang="en-US" sz="1100">
                <a:solidFill>
                  <a:schemeClr val="dk1"/>
                </a:solidFill>
                <a:latin typeface="Times New Roman"/>
                <a:ea typeface="Times New Roman"/>
                <a:cs typeface="Times New Roman"/>
                <a:sym typeface="Times New Roman"/>
              </a:rPr>
              <a:t>No pedimos tu nombre. Solo los compromisos y el sector, para saber en qué partes de la vereda hay guardianes.</a:t>
            </a:r>
            <a:endParaRPr/>
          </a:p>
        </p:txBody>
      </p:sp>
      <p:sp>
        <p:nvSpPr>
          <p:cNvPr id="497" name="Google Shape;497;p17"/>
          <p:cNvSpPr/>
          <p:nvPr/>
        </p:nvSpPr>
        <p:spPr>
          <a:xfrm>
            <a:off x="6357257" y="1827646"/>
            <a:ext cx="5212080" cy="4294951"/>
          </a:xfrm>
          <a:prstGeom prst="roundRect">
            <a:avLst>
              <a:gd fmla="val 4138" name="adj"/>
            </a:avLst>
          </a:prstGeom>
          <a:solidFill>
            <a:schemeClr val="lt2"/>
          </a:solidFill>
          <a:ln>
            <a:noFill/>
          </a:ln>
        </p:spPr>
        <p:txBody>
          <a:bodyPr anchorCtr="0" anchor="t" bIns="45700" lIns="91425" spcFirstLastPara="1" rIns="91425" wrap="square" tIns="45700">
            <a:noAutofit/>
          </a:bodyPr>
          <a:lstStyle/>
          <a:p>
            <a:pPr indent="0" lvl="0" marL="0" marR="0" rtl="0" algn="just">
              <a:spcBef>
                <a:spcPts val="0"/>
              </a:spcBef>
              <a:spcAft>
                <a:spcPts val="0"/>
              </a:spcAft>
              <a:buNone/>
            </a:pPr>
            <a:r>
              <a:t/>
            </a:r>
            <a:endParaRPr sz="1800">
              <a:solidFill>
                <a:schemeClr val="dk1"/>
              </a:solidFill>
              <a:latin typeface="Times New Roman"/>
              <a:ea typeface="Times New Roman"/>
              <a:cs typeface="Times New Roman"/>
              <a:sym typeface="Times New Roman"/>
            </a:endParaRPr>
          </a:p>
        </p:txBody>
      </p:sp>
      <p:sp>
        <p:nvSpPr>
          <p:cNvPr id="498" name="Google Shape;498;p17"/>
          <p:cNvSpPr txBox="1"/>
          <p:nvPr/>
        </p:nvSpPr>
        <p:spPr>
          <a:xfrm>
            <a:off x="6631577" y="2011679"/>
            <a:ext cx="4663440" cy="4110919"/>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b="1" lang="en-US" sz="2000">
                <a:solidFill>
                  <a:schemeClr val="dk1"/>
                </a:solidFill>
                <a:latin typeface="Times New Roman"/>
                <a:ea typeface="Times New Roman"/>
                <a:cs typeface="Times New Roman"/>
                <a:sym typeface="Times New Roman"/>
              </a:rPr>
              <a:t>¿Viste basura en el morichal o en el camino? ¿Viste Tala en el morichal o afectación alguna?</a:t>
            </a:r>
            <a:endParaRPr/>
          </a:p>
          <a:p>
            <a:pPr indent="0" lvl="0" marL="0" marR="0" rtl="0" algn="just">
              <a:spcBef>
                <a:spcPts val="1000"/>
              </a:spcBef>
              <a:spcAft>
                <a:spcPts val="0"/>
              </a:spcAft>
              <a:buNone/>
            </a:pPr>
            <a:r>
              <a:rPr lang="en-US" sz="1600">
                <a:solidFill>
                  <a:schemeClr val="dk1"/>
                </a:solidFill>
                <a:latin typeface="Times New Roman"/>
                <a:ea typeface="Times New Roman"/>
                <a:cs typeface="Times New Roman"/>
                <a:sym typeface="Times New Roman"/>
              </a:rPr>
              <a:t>Repórtala para organizar la próxima jornada de limpieza o plantear acciones de mejora</a:t>
            </a:r>
            <a:endParaRPr/>
          </a:p>
          <a:p>
            <a:pPr indent="0" lvl="0" marL="0" marR="0" rtl="0" algn="just">
              <a:spcBef>
                <a:spcPts val="1000"/>
              </a:spcBef>
              <a:spcAft>
                <a:spcPts val="0"/>
              </a:spcAft>
              <a:buNone/>
            </a:pPr>
            <a:r>
              <a:rPr lang="en-US" sz="1400">
                <a:solidFill>
                  <a:schemeClr val="dk1"/>
                </a:solidFill>
                <a:latin typeface="Times New Roman"/>
                <a:ea typeface="Times New Roman"/>
                <a:cs typeface="Times New Roman"/>
                <a:sym typeface="Times New Roman"/>
              </a:rPr>
              <a:t>Campos:</a:t>
            </a:r>
            <a:endParaRPr/>
          </a:p>
          <a:p>
            <a:pPr indent="0" lvl="0" marL="0" marR="0" rtl="0" algn="just">
              <a:spcBef>
                <a:spcPts val="1000"/>
              </a:spcBef>
              <a:spcAft>
                <a:spcPts val="0"/>
              </a:spcAft>
              <a:buNone/>
            </a:pPr>
            <a:r>
              <a:rPr lang="en-US" sz="1400">
                <a:solidFill>
                  <a:schemeClr val="dk1"/>
                </a:solidFill>
                <a:latin typeface="Times New Roman"/>
                <a:ea typeface="Times New Roman"/>
                <a:cs typeface="Times New Roman"/>
                <a:sym typeface="Times New Roman"/>
              </a:rPr>
              <a:t> ¿Dónde?</a:t>
            </a:r>
            <a:endParaRPr/>
          </a:p>
          <a:p>
            <a:pPr indent="0" lvl="0" marL="0" marR="0" rtl="0" algn="just">
              <a:spcBef>
                <a:spcPts val="1000"/>
              </a:spcBef>
              <a:spcAft>
                <a:spcPts val="0"/>
              </a:spcAft>
              <a:buNone/>
            </a:pPr>
            <a:r>
              <a:rPr lang="en-US" sz="1400">
                <a:solidFill>
                  <a:schemeClr val="dk1"/>
                </a:solidFill>
                <a:latin typeface="Times New Roman"/>
                <a:ea typeface="Times New Roman"/>
                <a:cs typeface="Times New Roman"/>
                <a:sym typeface="Times New Roman"/>
              </a:rPr>
              <a:t> ¿Qué viste?</a:t>
            </a:r>
            <a:endParaRPr sz="1600">
              <a:solidFill>
                <a:schemeClr val="dk1"/>
              </a:solidFill>
              <a:latin typeface="Times New Roman"/>
              <a:ea typeface="Times New Roman"/>
              <a:cs typeface="Times New Roman"/>
              <a:sym typeface="Times New Roman"/>
            </a:endParaRPr>
          </a:p>
          <a:p>
            <a:pPr indent="0" lvl="0" marL="0" marR="0" rtl="0" algn="just">
              <a:spcBef>
                <a:spcPts val="100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Foto (opcional, máximo 5 MB)</a:t>
            </a:r>
            <a:endParaRPr/>
          </a:p>
          <a:p>
            <a:pPr indent="0" lvl="0" marL="0" marR="0" rtl="0" algn="just">
              <a:spcBef>
                <a:spcPts val="1000"/>
              </a:spcBef>
              <a:spcAft>
                <a:spcPts val="0"/>
              </a:spcAft>
              <a:buClr>
                <a:schemeClr val="dk1"/>
              </a:buClr>
              <a:buSzPts val="1400"/>
              <a:buFont typeface="Times New Roman"/>
              <a:buNone/>
            </a:pPr>
            <a:r>
              <a:rPr lang="en-US" sz="1400">
                <a:solidFill>
                  <a:schemeClr val="dk1"/>
                </a:solidFill>
                <a:latin typeface="Times New Roman"/>
                <a:ea typeface="Times New Roman"/>
                <a:cs typeface="Times New Roman"/>
                <a:sym typeface="Times New Roman"/>
              </a:rPr>
              <a:t>Adjuntar foto - interactivo, permite cargar fotos.</a:t>
            </a:r>
            <a:endParaRPr/>
          </a:p>
          <a:p>
            <a:pPr indent="0" lvl="0" marL="0" marR="0" rtl="0" algn="just">
              <a:spcBef>
                <a:spcPts val="1000"/>
              </a:spcBef>
              <a:spcAft>
                <a:spcPts val="0"/>
              </a:spcAft>
              <a:buClr>
                <a:schemeClr val="dk1"/>
              </a:buClr>
              <a:buSzPts val="1600"/>
              <a:buFont typeface="Arial"/>
              <a:buNone/>
            </a:pPr>
            <a:r>
              <a:t/>
            </a:r>
            <a:endParaRPr sz="1600">
              <a:solidFill>
                <a:schemeClr val="dk1"/>
              </a:solidFill>
              <a:latin typeface="Times New Roman"/>
              <a:ea typeface="Times New Roman"/>
              <a:cs typeface="Times New Roman"/>
              <a:sym typeface="Times New Roman"/>
            </a:endParaRPr>
          </a:p>
        </p:txBody>
      </p:sp>
      <p:sp>
        <p:nvSpPr>
          <p:cNvPr id="499" name="Google Shape;499;p17"/>
          <p:cNvSpPr/>
          <p:nvPr/>
        </p:nvSpPr>
        <p:spPr>
          <a:xfrm>
            <a:off x="6631577" y="5456051"/>
            <a:ext cx="2723847" cy="477639"/>
          </a:xfrm>
          <a:prstGeom prst="roundRect">
            <a:avLst>
              <a:gd fmla="val 16667" name="adj"/>
            </a:avLst>
          </a:prstGeom>
          <a:solidFill>
            <a:schemeClr val="accent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
        <p:nvSpPr>
          <p:cNvPr id="500" name="Google Shape;500;p17"/>
          <p:cNvSpPr txBox="1"/>
          <p:nvPr/>
        </p:nvSpPr>
        <p:spPr>
          <a:xfrm>
            <a:off x="6813731" y="5472025"/>
            <a:ext cx="3731115"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Enviar reporte</a:t>
            </a:r>
            <a:endParaRPr sz="2400">
              <a:solidFill>
                <a:schemeClr val="dk1"/>
              </a:solidFill>
              <a:latin typeface="Times New Roman"/>
              <a:ea typeface="Times New Roman"/>
              <a:cs typeface="Times New Roman"/>
              <a:sym typeface="Times New Roman"/>
            </a:endParaRPr>
          </a:p>
        </p:txBody>
      </p:sp>
      <p:sp>
        <p:nvSpPr>
          <p:cNvPr id="501" name="Google Shape;501;p17"/>
          <p:cNvSpPr txBox="1"/>
          <p:nvPr/>
        </p:nvSpPr>
        <p:spPr>
          <a:xfrm>
            <a:off x="9768499" y="5430775"/>
            <a:ext cx="1643700" cy="10059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i="1" lang="en-US">
                <a:solidFill>
                  <a:schemeClr val="dk1"/>
                </a:solidFill>
                <a:latin typeface="Times New Roman"/>
                <a:ea typeface="Times New Roman"/>
                <a:cs typeface="Times New Roman"/>
                <a:sym typeface="Times New Roman"/>
              </a:rPr>
              <a:t>Botón</a:t>
            </a:r>
            <a:r>
              <a:rPr i="1" lang="en-US" sz="1400">
                <a:solidFill>
                  <a:schemeClr val="dk1"/>
                </a:solidFill>
                <a:latin typeface="Times New Roman"/>
                <a:ea typeface="Times New Roman"/>
                <a:cs typeface="Times New Roman"/>
                <a:sym typeface="Times New Roman"/>
              </a:rPr>
              <a:t> interactivo para enviar el reporte</a:t>
            </a:r>
            <a:endParaRPr i="1" sz="1400">
              <a:solidFill>
                <a:schemeClr val="dk1"/>
              </a:solidFill>
              <a:latin typeface="Times New Roman"/>
              <a:ea typeface="Times New Roman"/>
              <a:cs typeface="Times New Roman"/>
              <a:sym typeface="Times New Roman"/>
            </a:endParaRPr>
          </a:p>
        </p:txBody>
      </p:sp>
      <p:sp>
        <p:nvSpPr>
          <p:cNvPr id="502" name="Google Shape;502;p17"/>
          <p:cNvSpPr/>
          <p:nvPr/>
        </p:nvSpPr>
        <p:spPr>
          <a:xfrm>
            <a:off x="9229348" y="5511303"/>
            <a:ext cx="526473" cy="293370"/>
          </a:xfrm>
          <a:prstGeom prst="rightArrow">
            <a:avLst>
              <a:gd fmla="val 50000" name="adj1"/>
              <a:gd fmla="val 50000" name="adj2"/>
            </a:avLst>
          </a:prstGeom>
          <a:solidFill>
            <a:srgbClr val="F2F2F2"/>
          </a:solidFill>
          <a:ln cap="flat" cmpd="sng" w="19050">
            <a:solidFill>
              <a:srgbClr val="082836"/>
            </a:solidFill>
            <a:prstDash val="solid"/>
            <a:miter lim="8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18"/>
          <p:cNvSpPr txBox="1"/>
          <p:nvPr/>
        </p:nvSpPr>
        <p:spPr>
          <a:xfrm>
            <a:off x="400864" y="916361"/>
            <a:ext cx="11064300" cy="731400"/>
          </a:xfrm>
          <a:prstGeom prst="rect">
            <a:avLst/>
          </a:prstGeom>
          <a:noFill/>
          <a:ln>
            <a:noFill/>
          </a:ln>
        </p:spPr>
        <p:txBody>
          <a:bodyPr anchorCtr="0" anchor="t" bIns="0" lIns="0" spcFirstLastPara="1" rIns="0" wrap="square" tIns="0">
            <a:normAutofit/>
          </a:bodyPr>
          <a:lstStyle/>
          <a:p>
            <a:pPr indent="0" lvl="0" marL="0" marR="0" rtl="0" algn="l">
              <a:lnSpc>
                <a:spcPct val="90000"/>
              </a:lnSpc>
              <a:spcBef>
                <a:spcPts val="0"/>
              </a:spcBef>
              <a:spcAft>
                <a:spcPts val="0"/>
              </a:spcAft>
              <a:buClr>
                <a:schemeClr val="dk1"/>
              </a:buClr>
              <a:buSzPts val="2800"/>
              <a:buFont typeface="Times New Roman"/>
              <a:buNone/>
            </a:pPr>
            <a:r>
              <a:rPr b="1" lang="en-US" sz="2900">
                <a:solidFill>
                  <a:schemeClr val="dk1"/>
                </a:solidFill>
                <a:latin typeface="Times New Roman"/>
                <a:ea typeface="Times New Roman"/>
                <a:cs typeface="Times New Roman"/>
                <a:sym typeface="Times New Roman"/>
              </a:rPr>
              <a:t>Una estación para sentir la frescura del morichal</a:t>
            </a:r>
            <a:endParaRPr sz="1500"/>
          </a:p>
        </p:txBody>
      </p:sp>
      <p:sp>
        <p:nvSpPr>
          <p:cNvPr id="509" name="Google Shape;509;p18"/>
          <p:cNvSpPr txBox="1"/>
          <p:nvPr/>
        </p:nvSpPr>
        <p:spPr>
          <a:xfrm>
            <a:off x="400875" y="1684275"/>
            <a:ext cx="4806300" cy="21945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None/>
            </a:pPr>
            <a:r>
              <a:rPr lang="en-US">
                <a:solidFill>
                  <a:schemeClr val="dk1"/>
                </a:solidFill>
                <a:latin typeface="Times New Roman"/>
                <a:ea typeface="Times New Roman"/>
                <a:cs typeface="Times New Roman"/>
                <a:sym typeface="Times New Roman"/>
              </a:rPr>
              <a:t>Nuestro siguiente paso es instalar dos sensores de temperatura y humedad: uno dentro del morichal, bajo la sombra de las palmas y árboles, y otro afuera, en el potrero o la calle. Así podremos mostrar con datos lo que cualquier vecino siente al entrar: cuánto más fresco se mantiene el morichal, hora por hora, y por qué vale la pena cuidarlo.</a:t>
            </a:r>
            <a:endParaRPr sz="1700"/>
          </a:p>
        </p:txBody>
      </p:sp>
      <p:sp>
        <p:nvSpPr>
          <p:cNvPr id="510" name="Google Shape;510;p18"/>
          <p:cNvSpPr txBox="1"/>
          <p:nvPr/>
        </p:nvSpPr>
        <p:spPr>
          <a:xfrm>
            <a:off x="400875" y="3378375"/>
            <a:ext cx="4806300" cy="1188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Times New Roman"/>
              <a:buNone/>
            </a:pPr>
            <a:r>
              <a:rPr i="1" lang="en-US">
                <a:solidFill>
                  <a:schemeClr val="dk1"/>
                </a:solidFill>
                <a:latin typeface="Times New Roman"/>
                <a:ea typeface="Times New Roman"/>
                <a:cs typeface="Times New Roman"/>
                <a:sym typeface="Times New Roman"/>
              </a:rPr>
              <a:t>"Mi sombra y mi agua refrescan el aire. Y esa frescura también protege el agua que guardo, porque se evapora menos."</a:t>
            </a:r>
            <a:endParaRPr>
              <a:solidFill>
                <a:schemeClr val="dk1"/>
              </a:solidFill>
              <a:latin typeface="Times New Roman"/>
              <a:ea typeface="Times New Roman"/>
              <a:cs typeface="Times New Roman"/>
              <a:sym typeface="Times New Roman"/>
            </a:endParaRPr>
          </a:p>
        </p:txBody>
      </p:sp>
      <p:sp>
        <p:nvSpPr>
          <p:cNvPr id="511" name="Google Shape;511;p18"/>
          <p:cNvSpPr txBox="1"/>
          <p:nvPr/>
        </p:nvSpPr>
        <p:spPr>
          <a:xfrm>
            <a:off x="400875" y="4282800"/>
            <a:ext cx="4806300" cy="640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Times New Roman"/>
              <a:buNone/>
            </a:pPr>
            <a:r>
              <a:rPr b="1" lang="en-US">
                <a:solidFill>
                  <a:schemeClr val="dk1"/>
                </a:solidFill>
                <a:latin typeface="Times New Roman"/>
                <a:ea typeface="Times New Roman"/>
                <a:cs typeface="Times New Roman"/>
                <a:sym typeface="Times New Roman"/>
              </a:rPr>
              <a:t>A las 2 p. m., dentro del morichal hace 6,5 °C menos que afuera.</a:t>
            </a:r>
            <a:endParaRPr>
              <a:solidFill>
                <a:schemeClr val="dk1"/>
              </a:solidFill>
              <a:latin typeface="Times New Roman"/>
              <a:ea typeface="Times New Roman"/>
              <a:cs typeface="Times New Roman"/>
              <a:sym typeface="Times New Roman"/>
            </a:endParaRPr>
          </a:p>
        </p:txBody>
      </p:sp>
      <p:sp>
        <p:nvSpPr>
          <p:cNvPr id="512" name="Google Shape;512;p18"/>
          <p:cNvSpPr txBox="1"/>
          <p:nvPr/>
        </p:nvSpPr>
        <p:spPr>
          <a:xfrm>
            <a:off x="400876" y="5122175"/>
            <a:ext cx="48063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chemeClr val="dk1"/>
              </a:buClr>
              <a:buSzPts val="1200"/>
              <a:buFont typeface="Times New Roman"/>
              <a:buNone/>
            </a:pPr>
            <a:r>
              <a:rPr lang="en-US" sz="1300">
                <a:solidFill>
                  <a:schemeClr val="dk1"/>
                </a:solidFill>
                <a:latin typeface="Times New Roman"/>
                <a:ea typeface="Times New Roman"/>
                <a:cs typeface="Times New Roman"/>
                <a:sym typeface="Times New Roman"/>
              </a:rPr>
              <a:t>Datos simulados para mostrar cómo funcionaría la estación. No son mediciones reales.</a:t>
            </a:r>
            <a:endParaRPr sz="1500"/>
          </a:p>
        </p:txBody>
      </p:sp>
      <p:graphicFrame>
        <p:nvGraphicFramePr>
          <p:cNvPr id="513" name="Google Shape;513;p18"/>
          <p:cNvGraphicFramePr/>
          <p:nvPr/>
        </p:nvGraphicFramePr>
        <p:xfrm>
          <a:off x="5394960" y="1600200"/>
          <a:ext cx="6217800" cy="4480500"/>
        </p:xfrm>
        <a:graphic>
          <a:graphicData uri="http://schemas.openxmlformats.org/drawingml/2006/chart">
            <c:chart r:id="rId3"/>
          </a:graphicData>
        </a:graphic>
      </p:graphicFrame>
      <p:sp>
        <p:nvSpPr>
          <p:cNvPr id="514" name="Google Shape;514;p18"/>
          <p:cNvSpPr txBox="1"/>
          <p:nvPr/>
        </p:nvSpPr>
        <p:spPr>
          <a:xfrm>
            <a:off x="133925" y="135124"/>
            <a:ext cx="51816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Times New Roman"/>
                <a:ea typeface="Times New Roman"/>
                <a:cs typeface="Times New Roman"/>
                <a:sym typeface="Times New Roman"/>
              </a:rPr>
              <a:t>ESCENA 11</a:t>
            </a:r>
            <a:endParaRPr sz="1800">
              <a:solidFill>
                <a:schemeClr val="dk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18" name="Shape 518"/>
        <p:cNvGrpSpPr/>
        <p:nvPr/>
      </p:nvGrpSpPr>
      <p:grpSpPr>
        <a:xfrm>
          <a:off x="0" y="0"/>
          <a:ext cx="0" cy="0"/>
          <a:chOff x="0" y="0"/>
          <a:chExt cx="0" cy="0"/>
        </a:xfrm>
      </p:grpSpPr>
      <p:sp>
        <p:nvSpPr>
          <p:cNvPr id="519" name="Google Shape;519;p19"/>
          <p:cNvSpPr txBox="1"/>
          <p:nvPr/>
        </p:nvSpPr>
        <p:spPr>
          <a:xfrm>
            <a:off x="548640" y="365760"/>
            <a:ext cx="7315200" cy="32004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1300"/>
              <a:buFont typeface="Arial"/>
              <a:buNone/>
            </a:pPr>
            <a:r>
              <a:rPr b="1" lang="en-US" sz="1300">
                <a:solidFill>
                  <a:schemeClr val="dk1"/>
                </a:solidFill>
                <a:latin typeface="Times New Roman"/>
                <a:ea typeface="Times New Roman"/>
                <a:cs typeface="Times New Roman"/>
                <a:sym typeface="Times New Roman"/>
              </a:rPr>
              <a:t>ESCENA 12 - CIERRE DE LA PÁGINA</a:t>
            </a:r>
            <a:endParaRPr sz="1300">
              <a:solidFill>
                <a:schemeClr val="dk1"/>
              </a:solidFill>
              <a:latin typeface="Times New Roman"/>
              <a:ea typeface="Times New Roman"/>
              <a:cs typeface="Times New Roman"/>
              <a:sym typeface="Times New Roman"/>
            </a:endParaRPr>
          </a:p>
        </p:txBody>
      </p:sp>
      <p:sp>
        <p:nvSpPr>
          <p:cNvPr id="520" name="Google Shape;520;p19"/>
          <p:cNvSpPr txBox="1"/>
          <p:nvPr/>
        </p:nvSpPr>
        <p:spPr>
          <a:xfrm>
            <a:off x="385165" y="1340513"/>
            <a:ext cx="11064300" cy="731400"/>
          </a:xfrm>
          <a:prstGeom prst="rect">
            <a:avLst/>
          </a:prstGeom>
          <a:noFill/>
          <a:ln>
            <a:noFill/>
          </a:ln>
        </p:spPr>
        <p:txBody>
          <a:bodyPr anchorCtr="0" anchor="t" bIns="0" lIns="0" spcFirstLastPara="1" rIns="0" wrap="square" tIns="0">
            <a:noAutofit/>
          </a:bodyPr>
          <a:lstStyle/>
          <a:p>
            <a:pPr indent="0" lvl="0" marL="0" marR="0" rtl="0" algn="l">
              <a:lnSpc>
                <a:spcPct val="90000"/>
              </a:lnSpc>
              <a:spcBef>
                <a:spcPts val="0"/>
              </a:spcBef>
              <a:spcAft>
                <a:spcPts val="0"/>
              </a:spcAft>
              <a:buClr>
                <a:schemeClr val="lt1"/>
              </a:buClr>
              <a:buSzPts val="3400"/>
              <a:buFont typeface="Times New Roman"/>
              <a:buNone/>
            </a:pPr>
            <a:r>
              <a:rPr b="1" lang="en-US" sz="3400">
                <a:solidFill>
                  <a:schemeClr val="dk1"/>
                </a:solidFill>
                <a:latin typeface="Times New Roman"/>
                <a:ea typeface="Times New Roman"/>
                <a:cs typeface="Times New Roman"/>
                <a:sym typeface="Times New Roman"/>
              </a:rPr>
              <a:t>Contactos y fuentes</a:t>
            </a:r>
            <a:endParaRPr b="1" sz="3400">
              <a:solidFill>
                <a:schemeClr val="dk1"/>
              </a:solidFill>
              <a:latin typeface="Times New Roman"/>
              <a:ea typeface="Times New Roman"/>
              <a:cs typeface="Times New Roman"/>
              <a:sym typeface="Times New Roman"/>
            </a:endParaRPr>
          </a:p>
        </p:txBody>
      </p:sp>
      <p:sp>
        <p:nvSpPr>
          <p:cNvPr id="521" name="Google Shape;521;p19"/>
          <p:cNvSpPr txBox="1"/>
          <p:nvPr/>
        </p:nvSpPr>
        <p:spPr>
          <a:xfrm>
            <a:off x="385165" y="2263138"/>
            <a:ext cx="4755000" cy="4116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chemeClr val="lt1"/>
              </a:buClr>
              <a:buSzPts val="1800"/>
              <a:buFont typeface="Times New Roman"/>
              <a:buNone/>
            </a:pPr>
            <a:r>
              <a:rPr b="1" lang="en-US" sz="1800">
                <a:solidFill>
                  <a:schemeClr val="dk1"/>
                </a:solidFill>
                <a:latin typeface="Times New Roman"/>
                <a:ea typeface="Times New Roman"/>
                <a:cs typeface="Times New Roman"/>
                <a:sym typeface="Times New Roman"/>
              </a:rPr>
              <a:t>Contactos útiles</a:t>
            </a:r>
            <a:endParaRPr sz="1800">
              <a:solidFill>
                <a:schemeClr val="dk1"/>
              </a:solidFill>
              <a:latin typeface="Times New Roman"/>
              <a:ea typeface="Times New Roman"/>
              <a:cs typeface="Times New Roman"/>
              <a:sym typeface="Times New Roman"/>
            </a:endParaRPr>
          </a:p>
        </p:txBody>
      </p:sp>
      <p:sp>
        <p:nvSpPr>
          <p:cNvPr id="522" name="Google Shape;522;p19"/>
          <p:cNvSpPr txBox="1"/>
          <p:nvPr/>
        </p:nvSpPr>
        <p:spPr>
          <a:xfrm>
            <a:off x="385165" y="2766057"/>
            <a:ext cx="4755000" cy="2743200"/>
          </a:xfrm>
          <a:prstGeom prst="rect">
            <a:avLst/>
          </a:prstGeom>
          <a:noFill/>
          <a:ln>
            <a:noFill/>
          </a:ln>
        </p:spPr>
        <p:txBody>
          <a:bodyPr anchorCtr="0" anchor="t" bIns="0" lIns="0" spcFirstLastPara="1" rIns="0" wrap="square" tIns="0">
            <a:noAutofit/>
          </a:bodyPr>
          <a:lstStyle/>
          <a:p>
            <a:pPr indent="-342900" lvl="0" marL="342900" marR="0" rtl="0" algn="just">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Emergencias: </a:t>
            </a:r>
            <a:r>
              <a:rPr b="1" lang="en-US" sz="1500">
                <a:solidFill>
                  <a:schemeClr val="dk1"/>
                </a:solidFill>
                <a:latin typeface="Times New Roman"/>
                <a:ea typeface="Times New Roman"/>
                <a:cs typeface="Times New Roman"/>
                <a:sym typeface="Times New Roman"/>
              </a:rPr>
              <a:t>123</a:t>
            </a:r>
            <a:endParaRPr b="1">
              <a:solidFill>
                <a:schemeClr val="dk1"/>
              </a:solidFill>
            </a:endParaRPr>
          </a:p>
          <a:p>
            <a:pPr indent="-342900" lvl="0" marL="342900" marR="0" rtl="0" algn="just">
              <a:spcBef>
                <a:spcPts val="80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Cormacarena, autoridad ambiental del Meta. Verifica sus líneas actuales en su sitio oficial.</a:t>
            </a:r>
            <a:endParaRPr>
              <a:solidFill>
                <a:schemeClr val="dk1"/>
              </a:solidFill>
            </a:endParaRPr>
          </a:p>
          <a:p>
            <a:pPr indent="-342900" lvl="0" marL="342900" marR="0" rtl="0" algn="just">
              <a:spcBef>
                <a:spcPts val="80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Alcaldía de Acacías, para solicitudes sobre el servicio de aseo en la vereda.</a:t>
            </a:r>
            <a:endParaRPr>
              <a:solidFill>
                <a:schemeClr val="dk1"/>
              </a:solidFill>
            </a:endParaRPr>
          </a:p>
        </p:txBody>
      </p:sp>
      <p:sp>
        <p:nvSpPr>
          <p:cNvPr id="523" name="Google Shape;523;p19"/>
          <p:cNvSpPr txBox="1"/>
          <p:nvPr/>
        </p:nvSpPr>
        <p:spPr>
          <a:xfrm>
            <a:off x="5734235" y="2263150"/>
            <a:ext cx="5760600" cy="411600"/>
          </a:xfrm>
          <a:prstGeom prst="rect">
            <a:avLst/>
          </a:prstGeom>
          <a:noFill/>
          <a:ln>
            <a:noFill/>
          </a:ln>
        </p:spPr>
        <p:txBody>
          <a:bodyPr anchorCtr="0" anchor="t" bIns="0" lIns="0" spcFirstLastPara="1" rIns="0" wrap="square" tIns="0">
            <a:noAutofit/>
          </a:bodyPr>
          <a:lstStyle/>
          <a:p>
            <a:pPr indent="0" lvl="0" marL="0" marR="0" rtl="0" algn="just">
              <a:spcBef>
                <a:spcPts val="0"/>
              </a:spcBef>
              <a:spcAft>
                <a:spcPts val="0"/>
              </a:spcAft>
              <a:buClr>
                <a:schemeClr val="lt1"/>
              </a:buClr>
              <a:buSzPts val="1800"/>
              <a:buFont typeface="Times New Roman"/>
              <a:buNone/>
            </a:pPr>
            <a:r>
              <a:rPr b="1" lang="en-US" sz="1800">
                <a:solidFill>
                  <a:schemeClr val="dk1"/>
                </a:solidFill>
                <a:latin typeface="Times New Roman"/>
                <a:ea typeface="Times New Roman"/>
                <a:cs typeface="Times New Roman"/>
                <a:sym typeface="Times New Roman"/>
              </a:rPr>
              <a:t>Fuentes</a:t>
            </a:r>
            <a:endParaRPr sz="1800">
              <a:solidFill>
                <a:schemeClr val="dk1"/>
              </a:solidFill>
              <a:latin typeface="Times New Roman"/>
              <a:ea typeface="Times New Roman"/>
              <a:cs typeface="Times New Roman"/>
              <a:sym typeface="Times New Roman"/>
            </a:endParaRPr>
          </a:p>
        </p:txBody>
      </p:sp>
      <p:sp>
        <p:nvSpPr>
          <p:cNvPr id="524" name="Google Shape;524;p19"/>
          <p:cNvSpPr txBox="1"/>
          <p:nvPr/>
        </p:nvSpPr>
        <p:spPr>
          <a:xfrm>
            <a:off x="5734235" y="2766070"/>
            <a:ext cx="5760600" cy="3840600"/>
          </a:xfrm>
          <a:prstGeom prst="rect">
            <a:avLst/>
          </a:prstGeom>
          <a:noFill/>
          <a:ln>
            <a:noFill/>
          </a:ln>
        </p:spPr>
        <p:txBody>
          <a:bodyPr anchorCtr="0" anchor="t" bIns="0" lIns="0" spcFirstLastPara="1" rIns="0" wrap="square" tIns="0">
            <a:noAutofit/>
          </a:bodyPr>
          <a:lstStyle/>
          <a:p>
            <a:pPr indent="-342900" lvl="0" marL="342900" marR="0" rtl="0" algn="just">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IDEAM (2026). Ideam y Minambiente alertan de 90 % de probabilidad de llegada del fenómeno de El Niño para septiembre de 2026.</a:t>
            </a:r>
            <a:endParaRPr>
              <a:solidFill>
                <a:schemeClr val="dk1"/>
              </a:solidFill>
            </a:endParaRPr>
          </a:p>
          <a:p>
            <a:pPr indent="-342900" lvl="0" marL="342900" marR="0" rtl="0" algn="just">
              <a:spcBef>
                <a:spcPts val="80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Ministerio de Ambiente y Desarrollo Sostenible (2026). Gobierno confirma inicio del fenómeno de El Niño y alerta sobre su alcance.</a:t>
            </a:r>
            <a:endParaRPr>
              <a:solidFill>
                <a:schemeClr val="dk1"/>
              </a:solidFill>
            </a:endParaRPr>
          </a:p>
          <a:p>
            <a:pPr indent="-342900" lvl="0" marL="342900" marR="0" rtl="0" algn="just">
              <a:spcBef>
                <a:spcPts val="80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Ministerio de Ambiente y Desarrollo Sostenible. Resolución 1263 de 2018, sobre la sostenibilidad y gestión integral de los ecosistemas de morichales.</a:t>
            </a:r>
            <a:endParaRPr>
              <a:solidFill>
                <a:schemeClr val="dk1"/>
              </a:solidFill>
            </a:endParaRPr>
          </a:p>
          <a:p>
            <a:pPr indent="-342900" lvl="0" marL="342900" marR="0" rtl="0" algn="just">
              <a:spcBef>
                <a:spcPts val="80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Imágenes históricas: Google Earth Pro.</a:t>
            </a:r>
            <a:endParaRPr sz="1500">
              <a:solidFill>
                <a:schemeClr val="dk1"/>
              </a:solidFill>
              <a:latin typeface="Times New Roman"/>
              <a:ea typeface="Times New Roman"/>
              <a:cs typeface="Times New Roman"/>
              <a:sym typeface="Times New Roman"/>
            </a:endParaRPr>
          </a:p>
          <a:p>
            <a:pPr indent="-342900" lvl="0" marL="342900" marR="0" rtl="0" algn="just">
              <a:spcBef>
                <a:spcPts val="80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Magnific. (2026). Plataforma de creación y edición de contenido visual con inteligencia artificial. </a:t>
            </a:r>
            <a:r>
              <a:rPr lang="en-US" sz="1500" u="sng">
                <a:solidFill>
                  <a:schemeClr val="hlink"/>
                </a:solidFill>
                <a:latin typeface="Times New Roman"/>
                <a:ea typeface="Times New Roman"/>
                <a:cs typeface="Times New Roman"/>
                <a:sym typeface="Times New Roman"/>
                <a:hlinkClick r:id="rId3"/>
              </a:rPr>
              <a:t>https://www.magnific.com/</a:t>
            </a:r>
            <a:endParaRPr sz="1500">
              <a:solidFill>
                <a:schemeClr val="dk1"/>
              </a:solidFill>
              <a:latin typeface="Times New Roman"/>
              <a:ea typeface="Times New Roman"/>
              <a:cs typeface="Times New Roman"/>
              <a:sym typeface="Times New Roman"/>
            </a:endParaRPr>
          </a:p>
          <a:p>
            <a:pPr indent="-342900" lvl="0" marL="342900" marR="0" rtl="0" algn="just">
              <a:spcBef>
                <a:spcPts val="80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Flaticon. (2026). Biblioteca de iconos y recursos gráficos vectoriales. </a:t>
            </a:r>
            <a:r>
              <a:rPr lang="en-US" sz="1500" u="sng">
                <a:solidFill>
                  <a:schemeClr val="hlink"/>
                </a:solidFill>
                <a:latin typeface="Times New Roman"/>
                <a:ea typeface="Times New Roman"/>
                <a:cs typeface="Times New Roman"/>
                <a:sym typeface="Times New Roman"/>
                <a:hlinkClick r:id="rId4"/>
              </a:rPr>
              <a:t>https://www.flaticon.com/</a:t>
            </a:r>
            <a:endParaRPr sz="1500">
              <a:solidFill>
                <a:schemeClr val="dk1"/>
              </a:solidFill>
              <a:latin typeface="Times New Roman"/>
              <a:ea typeface="Times New Roman"/>
              <a:cs typeface="Times New Roman"/>
              <a:sym typeface="Times New Roman"/>
            </a:endParaRPr>
          </a:p>
          <a:p>
            <a:pPr indent="0" lvl="0" marL="0" marR="0" rtl="0" algn="just">
              <a:spcBef>
                <a:spcPts val="800"/>
              </a:spcBef>
              <a:spcAft>
                <a:spcPts val="0"/>
              </a:spcAft>
              <a:buNone/>
            </a:pPr>
            <a:r>
              <a:t/>
            </a:r>
            <a:endParaRPr sz="15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2026-10-08T15:37:46Z</dcterms:created>
  <dc:creator>Diana Barbosa</dc:creator>
</cp:coreProperties>
</file>